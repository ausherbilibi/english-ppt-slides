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8d4928c93c442f" /><Relationship Type="http://schemas.openxmlformats.org/officeDocument/2006/relationships/extended-properties" Target="/docProps/app.xml" Id="R896786bb81484639" /><Relationship Type="http://schemas.openxmlformats.org/officeDocument/2006/relationships/officeDocument" Target="/ppt/presentation.xml" Id="R702900ef5b754e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3055833434248"/>
  </p:sldMasterIdLst>
  <p:notesMasterIdLst>
    <p:notesMasterId xmlns:r="http://schemas.openxmlformats.org/officeDocument/2006/relationships" r:id="Rb104742c6a474ff7"/>
  </p:notesMasterIdLst>
  <p:sldIdLst>
    <p:sldId xmlns:r="http://schemas.openxmlformats.org/officeDocument/2006/relationships" id="256" r:id="Rfea1c9dd56104176"/>
    <p:sldId xmlns:r="http://schemas.openxmlformats.org/officeDocument/2006/relationships" id="257" r:id="R955ce1c8db114a24"/>
    <p:sldId xmlns:r="http://schemas.openxmlformats.org/officeDocument/2006/relationships" id="258" r:id="Rc3e94efff9f241e5"/>
    <p:sldId xmlns:r="http://schemas.openxmlformats.org/officeDocument/2006/relationships" id="259" r:id="Reac593387bd8462f"/>
    <p:sldId xmlns:r="http://schemas.openxmlformats.org/officeDocument/2006/relationships" id="260" r:id="Rb139154121d64836"/>
    <p:sldId xmlns:r="http://schemas.openxmlformats.org/officeDocument/2006/relationships" id="261" r:id="R40db61cc80fd487a"/>
    <p:sldId xmlns:r="http://schemas.openxmlformats.org/officeDocument/2006/relationships" id="262" r:id="Rd099f04c7b744ddd"/>
    <p:sldId xmlns:r="http://schemas.openxmlformats.org/officeDocument/2006/relationships" id="263" r:id="Ra2fa2b2eea1546c5"/>
    <p:sldId xmlns:r="http://schemas.openxmlformats.org/officeDocument/2006/relationships" id="264" r:id="R596beebe67a941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76253175d42d1" /><Relationship Type="http://schemas.openxmlformats.org/officeDocument/2006/relationships/slideMaster" Target="/ppt/slideMasters/slideMaster1.xml" Id="R1913055833434248" /><Relationship Type="http://schemas.openxmlformats.org/officeDocument/2006/relationships/notesMaster" Target="/ppt/notesMasters/notesMaster1.xml" Id="Rb104742c6a474ff7" /><Relationship Type="http://schemas.openxmlformats.org/officeDocument/2006/relationships/presProps" Target="/ppt/presProps.xml" Id="Rf9f4c66ca88d4708" /><Relationship Type="http://schemas.openxmlformats.org/officeDocument/2006/relationships/tableStyles" Target="/ppt/tableStyles.xml" Id="R9b35aa16ca7141cb" /><Relationship Type="http://schemas.openxmlformats.org/officeDocument/2006/relationships/slide" Target="/ppt/slides/slide1.xml" Id="Rfea1c9dd56104176" /><Relationship Type="http://schemas.openxmlformats.org/officeDocument/2006/relationships/slide" Target="/ppt/slides/slide2.xml" Id="R955ce1c8db114a24" /><Relationship Type="http://schemas.openxmlformats.org/officeDocument/2006/relationships/slide" Target="/ppt/slides/slide3.xml" Id="Rc3e94efff9f241e5" /><Relationship Type="http://schemas.openxmlformats.org/officeDocument/2006/relationships/slide" Target="/ppt/slides/slide4.xml" Id="Reac593387bd8462f" /><Relationship Type="http://schemas.openxmlformats.org/officeDocument/2006/relationships/slide" Target="/ppt/slides/slide5.xml" Id="Rb139154121d64836" /><Relationship Type="http://schemas.openxmlformats.org/officeDocument/2006/relationships/slide" Target="/ppt/slides/slide6.xml" Id="R40db61cc80fd487a" /><Relationship Type="http://schemas.openxmlformats.org/officeDocument/2006/relationships/slide" Target="/ppt/slides/slide7.xml" Id="Rd099f04c7b744ddd" /><Relationship Type="http://schemas.openxmlformats.org/officeDocument/2006/relationships/slide" Target="/ppt/slides/slide8.xml" Id="Ra2fa2b2eea1546c5" /><Relationship Type="http://schemas.openxmlformats.org/officeDocument/2006/relationships/slide" Target="/ppt/slides/slide9.xml" Id="R596beebe67a9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9563c5376c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2bc6a4389d482c" /><Relationship Type="http://schemas.openxmlformats.org/officeDocument/2006/relationships/notesMaster" Target="/ppt/notesMasters/notesMaster1.xml" Id="Rcac02bd1c8ac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a2672a631d4f53" /><Relationship Type="http://schemas.openxmlformats.org/officeDocument/2006/relationships/notesMaster" Target="/ppt/notesMasters/notesMaster1.xml" Id="R785a86d0ac7f41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735781508c4fa8" /><Relationship Type="http://schemas.openxmlformats.org/officeDocument/2006/relationships/notesMaster" Target="/ppt/notesMasters/notesMaster1.xml" Id="R5834571d2b58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292ed9ccfa49d5" /><Relationship Type="http://schemas.openxmlformats.org/officeDocument/2006/relationships/notesMaster" Target="/ppt/notesMasters/notesMaster1.xml" Id="Re666a9b6799a45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06ee7d2674eae" /><Relationship Type="http://schemas.openxmlformats.org/officeDocument/2006/relationships/notesMaster" Target="/ppt/notesMasters/notesMaster1.xml" Id="R3d2c2b55eb9744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60ced39a8c4f0a" /><Relationship Type="http://schemas.openxmlformats.org/officeDocument/2006/relationships/notesMaster" Target="/ppt/notesMasters/notesMaster1.xml" Id="Re21df0c119ab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11a86918e4187" /><Relationship Type="http://schemas.openxmlformats.org/officeDocument/2006/relationships/notesMaster" Target="/ppt/notesMasters/notesMaster1.xml" Id="Ra3d901f3c0d940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cd8e9036714909" /><Relationship Type="http://schemas.openxmlformats.org/officeDocument/2006/relationships/notesMaster" Target="/ppt/notesMasters/notesMaster1.xml" Id="R58ca6d06773d47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c4e12b3494f96" /><Relationship Type="http://schemas.openxmlformats.org/officeDocument/2006/relationships/notesMaster" Target="/ppt/notesMasters/notesMaster1.xml" Id="R5b0428db441545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32684191149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0b825bc0414c22" /><Relationship Type="http://schemas.openxmlformats.org/officeDocument/2006/relationships/slideLayout" Target="/ppt/slideLayouts/slideLayout1.xml" Id="R7fca580107e1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a580107e1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ceb60ba5b45f2" /><Relationship Type="http://schemas.openxmlformats.org/officeDocument/2006/relationships/image" Target="/ppt/media/image.png" Id="Reb497348d01b4bea" /><Relationship Type="http://schemas.openxmlformats.org/officeDocument/2006/relationships/notesSlide" Target="/ppt/notesSlides/notesSlide1.xml" Id="R94217670574a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a60bbcd41485f" /><Relationship Type="http://schemas.openxmlformats.org/officeDocument/2006/relationships/image" Target="/ppt/media/image2.png" Id="Rf494d9fb62854285" /><Relationship Type="http://schemas.openxmlformats.org/officeDocument/2006/relationships/notesSlide" Target="/ppt/notesSlides/notesSlide2.xml" Id="R9acd8dc21e764a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83a3e74164cab" /><Relationship Type="http://schemas.openxmlformats.org/officeDocument/2006/relationships/image" Target="/ppt/media/image3.png" Id="R0aee7bde2bb14951" /><Relationship Type="http://schemas.openxmlformats.org/officeDocument/2006/relationships/notesSlide" Target="/ppt/notesSlides/notesSlide3.xml" Id="Rd7153c00c3654d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aed0b84d34cdd" /><Relationship Type="http://schemas.openxmlformats.org/officeDocument/2006/relationships/image" Target="/ppt/media/image4.png" Id="Rd4c5cc2d0ee44955" /><Relationship Type="http://schemas.openxmlformats.org/officeDocument/2006/relationships/notesSlide" Target="/ppt/notesSlides/notesSlide4.xml" Id="Rd00b677d3fa2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5ce991dd48a5" /><Relationship Type="http://schemas.openxmlformats.org/officeDocument/2006/relationships/image" Target="/ppt/media/image5.png" Id="R5f2c96ae6c924391" /><Relationship Type="http://schemas.openxmlformats.org/officeDocument/2006/relationships/notesSlide" Target="/ppt/notesSlides/notesSlide5.xml" Id="R230cb1e5b86842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c6e1d665940ef" /><Relationship Type="http://schemas.openxmlformats.org/officeDocument/2006/relationships/image" Target="/ppt/media/image6.png" Id="Re73fe1b5e0504d3b" /><Relationship Type="http://schemas.openxmlformats.org/officeDocument/2006/relationships/notesSlide" Target="/ppt/notesSlides/notesSlide6.xml" Id="R9b876addc3b7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2f95653ef4084" /><Relationship Type="http://schemas.openxmlformats.org/officeDocument/2006/relationships/image" Target="/ppt/media/image7.png" Id="R9ef8075e2b774da1" /><Relationship Type="http://schemas.openxmlformats.org/officeDocument/2006/relationships/notesSlide" Target="/ppt/notesSlides/notesSlide7.xml" Id="R3366b5c7abab49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25c375a574506" /><Relationship Type="http://schemas.openxmlformats.org/officeDocument/2006/relationships/image" Target="/ppt/media/image8.png" Id="Rd4e4e5953fef4655" /><Relationship Type="http://schemas.openxmlformats.org/officeDocument/2006/relationships/notesSlide" Target="/ppt/notesSlides/notesSlide8.xml" Id="Rfaf11795637241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6ef07c08c49bf" /><Relationship Type="http://schemas.openxmlformats.org/officeDocument/2006/relationships/image" Target="/ppt/media/image9.png" Id="R8eaa7b9e6a754b43" /><Relationship Type="http://schemas.openxmlformats.org/officeDocument/2006/relationships/notesSlide" Target="/ppt/notesSlides/notesSlide9.xml" Id="Recc3130b427742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497348d01b4b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8BDAB-8D77-4B76-B03B-F6714D3C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86050"/>
            <a:ext cx="4876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9525">
            <a:solidFill>
              <a:srgbClr val="FFB3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F2296-BB2D-45D8-A344-C221E5B1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52725"/>
            <a:ext cx="453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4E9A"/>
                </a:solidFill>
                <a:latin typeface="Microsoft YaHei"/>
                <a:ea typeface="Microsoft YaHei"/>
                <a:cs typeface="Microsoft YaHei"/>
              </a:rPr>
              <a:t>读后续写---高级句型仿写---心理描写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C7BA60-6242-4DF8-86CC-CF8B00C6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48768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A5896-F20C-43B8-B981-A979566F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33750"/>
            <a:ext cx="4095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读后续写
高级句型仿写
心理描写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3977A-9B89-44B3-A7FA-B4C3BC2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14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A2A10"/>
                </a:solidFill>
                <a:latin typeface="Microsoft YaHei"/>
                <a:ea typeface="Microsoft YaHei"/>
                <a:cs typeface="Microsoft YaHei"/>
              </a:rPr>
              <a:t>消极情绪 / 积极情绪</a:t>
            </a:r>
          </a:p>
        </p:txBody>
      </p:sp>
    </p:spTree>
    <p:extLst>
      <p:ext uri="{BB962C8B-B14F-4D97-AF65-F5344CB8AC3E}">
        <p14:creationId xmlns:p14="http://schemas.microsoft.com/office/powerpoint/2010/main" val="49154015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4d9fb628542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D9C5E-E392-41E7-82D4-4F7CA698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027CC-51F4-4D0F-A6F4-512E4F31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消极情绪总结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EE945-1E66-4C38-9CE9-72481827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274C8-8411-4325-9E4E-01BAF47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CD7E9-7D23-422C-BDC6-6D3EDE84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50631-E4B3-463E-B039-62D41053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Painful     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疼痛的，痛苦的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23F9E-79AE-4DA2-B0E3-EF5E43EF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pain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痛苦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A94E-725B-459E-8736-41CA1CB4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Nervous   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紧张的，不安的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54CA72-7FE0-4C89-AF13-EF9767A1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nervousness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紧张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72C26-B207-4821-9902-F2908F9D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Worried 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担心 / 担忧的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9C7E9-11B3-4A4D-A26A-23D0209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worry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担忧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88EC2-66F2-46C1-8CB1-F0E21DF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concerned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担心 / 担忧的；关心 / 挂念的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18486-3EE1-438C-B2F4-2009D9EC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concern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担忧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443EE-4365-4789-8102-DBA2B1E8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anxious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焦虑的；渴望的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101F-98A6-49BE-9076-426DE425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anxiety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焦虑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34A84-D41E-4D27-BA78-1B63E4BE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amazed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惊奇的，惊叹的；吃惊的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54D36-AA3F-48C7-9F74-FADDAB2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amazement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A9DAD2-62A0-4E4C-8B35-D41E97F3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surprised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惊讶的，吃惊的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5A4391-198E-4D8C-98FB-0ADDD2D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surprise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</a:t>
            </a:r>
          </a:p>
        </p:txBody>
      </p:sp>
    </p:spTree>
    <p:extLst>
      <p:ext uri="{BB962C8B-B14F-4D97-AF65-F5344CB8AC3E}">
        <p14:creationId xmlns:p14="http://schemas.microsoft.com/office/powerpoint/2010/main" val="17252798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e7bde2bb149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23595-91B9-4CB9-9620-E5FE49D4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CE8CC-233B-4E8E-935C-C5B7C669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消极情绪总结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004CF-78C6-41BE-BCF8-2FBAF65C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4B0D-5A0D-4A3F-922A-0D0EE399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6055C-F8C7-49A3-92C6-0CDE7AF7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F58D0-FD53-43F7-AB85-C65D2C38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shocked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震惊的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96DE-067C-415F-85C7-62E097C4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shock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1FE88-D822-4F76-A2A5-6C6D0207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astonished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惊讶的，吃惊的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27FC51-37CC-4A4B-A841-59A26E44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astonishment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94185-5B69-4DF2-B6F1-2E2F3FBC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puzzled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迷惑的，困惑的，不解的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9CCC6-E675-4E46-9150-E6BC0834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puzzle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困惑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0AE15-146B-4CB9-A0E7-03DB82F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confused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迷惑的，困惑的，不解的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F4CE2-9B17-4093-B78F-46D2C21C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confusion困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81FAD8-C65D-4BC4-BB5C-761A7EAE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sad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伤心的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F452E-7116-4A6E-8AD8-BFC8E83A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sadness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伤心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B4BF5-07E5-47F4-94B3-C590BD0E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upset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伤心的，心烦意乱的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5B5508-2C7B-464A-AB49-2ED9AAD1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upset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伤心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91E84A-09ED-4E30-A77E-52D67EB3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sorrowful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悲伤的，悲痛的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B4E3E-783B-410D-B296-1A36C3D5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sorrow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伤心</a:t>
            </a:r>
          </a:p>
        </p:txBody>
      </p:sp>
    </p:spTree>
    <p:extLst>
      <p:ext uri="{BB962C8B-B14F-4D97-AF65-F5344CB8AC3E}">
        <p14:creationId xmlns:p14="http://schemas.microsoft.com/office/powerpoint/2010/main" val="7590893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cc2d0ee449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5BA98-962C-4B2E-A8BA-6CCB1774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C076-A34C-410A-B1C7-29089D22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消极情绪总结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A59FC-7B2B-4B67-B0A7-883CC8EC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9B2E7-C458-449B-9598-AC5D612E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646DB-5DC3-410E-9344-0C7EBC1E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CFCF1-311C-4A9C-A3F3-586FFD42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disappointed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失望的，沮丧的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DAE77D-EC46-468D-9217-912AE438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disappointment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失望、失落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E924F-234A-4D74-A519-8A741E0E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depressed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沮丧的，抑郁的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D38FA-BD13-4A09-89F6-BCD8521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depression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失望、失落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6D4F0-954B-4E16-B378-958916E1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frustrated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沮丧的，挫败的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D9BB5-53CF-444D-B639-4EF00812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147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frustration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失望、失落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EDF018-E112-442E-A032-171C9B3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discouraged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灰心的，丧气的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92D26-5134-4DE4-97E4-A004572A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discouragement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气馁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4B48B-8CB4-4432-9ABE-A2E384A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embarrassed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尴尬的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15D74-2F61-4C03-8C54-326B52C6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embarrassment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尴尬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1D3EE-CBF4-4ED9-8986-43C9053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afraid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害怕的 (胆小、懦弱)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F5EAF-59A4-43C2-AA10-60D36442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/害怕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C0DA1-87B6-4071-9137-FF655CF5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afraid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7E052-C64C-42A1-9706-743DF83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524500"/>
            <a:ext cx="489585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/害怕</a:t>
            </a:r>
          </a:p>
        </p:txBody>
      </p:sp>
    </p:spTree>
    <p:extLst>
      <p:ext uri="{BB962C8B-B14F-4D97-AF65-F5344CB8AC3E}">
        <p14:creationId xmlns:p14="http://schemas.microsoft.com/office/powerpoint/2010/main" val="19795436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c96ae6c9243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B26A3-09AE-42F7-A67D-125D094C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9EF66-0B22-40AF-A9CE-5C4F3B04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消极情绪总结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64B2F-513C-48F7-9B66-7AAA3A12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F4EE-FCE5-4389-A5F4-90FB4061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1FB44-A938-46F4-B2A1-E13FB56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99729-9F79-46C6-8641-28531BEF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scared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000D7-8EAF-4627-B0B2-50A45888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scare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EC69E-D65D-49A6-835F-B08B777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fearful害怕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7473B-BF55-447F-AF8E-DAF3ED70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fear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DF133-89EA-48AE-BFD7-2BFF1342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terrified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恐惧的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0F47D-1D85-40BB-85CD-22121DA6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terror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955AE6-2D97-4D23-8C4C-6C0BD5C0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horrified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恐惧的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A1AA7-B332-4A05-AA23-97A9A6D6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horror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52153-4A40-41BC-AE87-87C3A4C8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frightened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恐惧的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12336-41AE-4F4F-80A2-6AFF8BA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fright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害怕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4A1A76-F67F-4F6E-8A22-0071D948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panic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惊恐的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75C9D-4C91-44E2-A85A-AF20A9A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panic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CF15E-0053-49E5-9346-9193EE3B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alarmed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惊慌的，惊恐的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B2327-419B-4EBA-94EC-234D7429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alarm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惊恐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46A32E-C50D-4FAA-8A09-D044032C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threatened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受到威胁的...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4DA4B-46EA-4A23-BBC8-B67C0A04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threat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孤独</a:t>
            </a:r>
          </a:p>
        </p:txBody>
      </p:sp>
    </p:spTree>
    <p:extLst>
      <p:ext uri="{BB962C8B-B14F-4D97-AF65-F5344CB8AC3E}">
        <p14:creationId xmlns:p14="http://schemas.microsoft.com/office/powerpoint/2010/main" val="114890936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fe1b5e0504d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C98A7-C9AA-40BF-AC4A-9B1DDA73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20C97-EC15-4FB8-A58D-3D12D686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积极情绪总结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1CAEA4-AB69-4E17-B854-3F315F8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88283-057F-40E7-94F5-DE11446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390D0-A8CC-401A-A53E-C795A86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74A0C-45A5-4C9C-89B9-5E6962D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satisfaction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94ED3-6321-4E13-AF8F-E022318D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satisfied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4E924-1B2A-497A-ABC9-074904AC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pleasure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06258-7DB9-4E0F-B386-8AC788C1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pleased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61F0D-75EB-4049-93A3-6806FFDC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AE7EA-E20C-43E7-B16D-E027F805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content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满意的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33EFA-6BAA-4374-A21A-4303565E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happiness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BAA06-5A4C-444F-BDA6-820C1EC7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happy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开心的，高兴的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D61A8-B6FC-49A1-B8DC-CFC14B26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joy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67DEF-31F6-4AD9-B0DD-AB068E45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joyful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开心的，高兴的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E6740-3C9D-4A27-A8A3-38E503C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delight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2FC09D-77FC-4766-B3A4-A5598327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delighted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开心的，高兴的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A8D06-8712-4B05-9875-61FD7F70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cheer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9271F-0AD7-47C6-B5C1-F0F958B9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cheerful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兴高采烈的，开心的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7E79DE-DA90-4283-A8D2-84031B57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pleasure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5F0531-3E6C-41BD-9C8A-209098C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pleased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开心的，高兴的</a:t>
            </a:r>
          </a:p>
        </p:txBody>
      </p:sp>
    </p:spTree>
    <p:extLst>
      <p:ext uri="{BB962C8B-B14F-4D97-AF65-F5344CB8AC3E}">
        <p14:creationId xmlns:p14="http://schemas.microsoft.com/office/powerpoint/2010/main" val="17553379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f8075e2b774d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91A0-6D8B-49CE-A1F7-F2DCF5ED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7F279-B043-4D0C-9C06-5299700A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积极情绪总结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32A9E-9D49-4EC8-A595-254F3B67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FC1F3-958F-41A7-814F-F3F61C84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C109-1B93-4DA6-A987-323D23FD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1F92C-150F-49D1-B2E8-5AEBEF32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excitement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激动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92801-A943-4C8B-A732-2BEA98FA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excited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兴奋的，激动的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727B4-41AD-4634-9E2E-C0737272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Thrill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激动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BD29E-3B58-4B33-B296-B344B124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955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thrilled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异常兴奋的，激动的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98256-0B10-4B18-AC14-8FCEF64C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amusement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逗笑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894F3-87D3-4E4A-BC32-6E68604E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amused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被逗乐的；感到好笑的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F5FE8-6472-4BFF-8C24-38DCA92F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entertainmen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t逗笑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00927-6537-40F4-B38F-97A1100A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entertained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娱乐的，愉快的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6E8A7-DB40-42D1-8511-C5D6BA6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encouragement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鼓舞的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121A1-715D-4970-9F5D-699F5270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5290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encouraged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受到鼓舞的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099DF-515F-45DB-9785-025027BF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Inspiration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激励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3B8C8-4731-4A43-BFD4-97666F96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3867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inspired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感到鼓舞的；受启发的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152AE-4EF1-4224-B35A-74F5E88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movement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21014-2697-4037-9CC9-5BEB24C2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moved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感动的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8BA2B7-1B25-432E-B051-8829D354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motivation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鼓舞的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4A7A09-F25E-4C61-A567-0FCE8D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610225"/>
            <a:ext cx="4895850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motivated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积极的；有动力的</a:t>
            </a:r>
          </a:p>
        </p:txBody>
      </p:sp>
    </p:spTree>
    <p:extLst>
      <p:ext uri="{BB962C8B-B14F-4D97-AF65-F5344CB8AC3E}">
        <p14:creationId xmlns:p14="http://schemas.microsoft.com/office/powerpoint/2010/main" val="12181936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4e5953fef46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33B1A-C16C-4FF2-9246-4466C11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3A4A7-229A-43B7-9350-4DF2CFFA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积极情绪总结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7D8B9-9B02-4979-94FD-993E8C5F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9D323-C613-4297-AAC5-8542FDB2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FD805B-2E80-43D7-9EFD-34EF6F83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10974-96CD-475C-804B-F7C6FA14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touch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DA4C5-383B-4939-81A0-D90FF79B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touched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感动的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CE7F0-CE50-4DA9-A931-94E551E4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thanks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6FAE1B-82DE-4DDE-94F9-FAF56A89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thankfu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l感激 / 谢的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C57F1-7718-4A68-84B3-9F016BA3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gratitude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8B24BB-01FA-4D09-BCD1-A9C5281B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grateful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感激 / 谢的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84F08-3DC6-4790-B0B1-C12445E6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appreciation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0706C7-98AE-4723-8011-9A601110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appreciative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感激 / 谢的；欣赏的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2785D-F611-4EBD-BE11-351B3E33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Curiosity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好奇心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03A90-787B-4D77-99F2-A4C9B99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Curious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好奇的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FB84A-D1B4-4BF2-BFEF-9A58B622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01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Determination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47867-555D-4D31-BBC6-76DDF98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01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determined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坚定的，下定决心的</a:t>
            </a:r>
          </a:p>
        </p:txBody>
      </p:sp>
    </p:spTree>
    <p:extLst>
      <p:ext uri="{BB962C8B-B14F-4D97-AF65-F5344CB8AC3E}">
        <p14:creationId xmlns:p14="http://schemas.microsoft.com/office/powerpoint/2010/main" val="11607497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a7b9e6a754b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531CB-FE2F-48FA-B0E4-A5445620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"/>
            <a:ext cx="666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4CB1F-5D01-4992-A7B0-90AF64A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0" rIns="7620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积极情绪总结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FB267-99FF-47CA-BBC9-2CBB7CF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4838700"/>
          </a:xfrm>
          <a:prstGeom xmlns:a="http://schemas.openxmlformats.org/drawingml/2006/main" prst="roundRect">
            <a:avLst>
              <a:gd name="adj" fmla="val 3937"/>
            </a:avLst>
          </a:prstGeom>
          <a:solidFill xmlns:a="http://schemas.openxmlformats.org/drawingml/2006/main">
            <a:srgbClr val="FFF8F0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3C313-EB92-4FA8-B740-FB3C5926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adj.（形容词）中文释义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59913-38BF-4117-A310-8CA5BFD9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48958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E7"/>
          </a:solidFill>
          <a:ln xmlns:a="http://schemas.openxmlformats.org/drawingml/2006/main" w="13335">
            <a:solidFill>
              <a:srgbClr val="FF8B2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E0000"/>
                </a:solidFill>
                <a:latin typeface="Microsoft YaHei"/>
                <a:ea typeface="Microsoft YaHei"/>
                <a:cs typeface="Microsoft YaHei"/>
              </a:rPr>
              <a:t>n.（名词）中文释义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4F3EA-BAD0-49AB-B72B-6478A8D7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confidence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自信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0E9F-DAA5-4656-9B5A-C932EA4C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confident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自信的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983F1-4187-4060-BD2A-27077BCD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98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enthusiasm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热情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75DDC-FAF0-4EF4-AEA1-65ECA83F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987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enthusiastic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热情的 (对… 的态度)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E3449-5026-493F-B6D9-491D645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passion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热情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27146-52D0-455B-A9E9-B410518A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passionate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酷爱的 (艺术、信仰等)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DDA87-A7D6-4144-B47A-06F89E32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002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pride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骄傲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08524-C25B-4C17-B334-504DD1A2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10025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proud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骄傲的，自豪的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2ED35-CD5B-45B4-ACAC-A0ED499B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relief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宽慰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1B357-773B-475A-AE0C-959AC25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10100"/>
            <a:ext cx="4895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AF5"/>
          </a:solidFill>
          <a:ln xmlns:a="http://schemas.openxmlformats.org/drawingml/2006/main" w="9525">
            <a:solidFill>
              <a:srgbClr val="FFBF86"/>
            </a:solidFill>
            <a:prstDash val="solid"/>
          </a:ln>
        </p:spPr>
        <p:txBody>
          <a:bodyPr xmlns:a="http://schemas.openxmlformats.org/drawingml/2006/main" wrap="square" lIns="114300" tIns="38100" rIns="9525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025"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relieved</a:t>
            </a:r>
            <a:r>
              <a:rPr sz="202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宽慰的，慰藉的</a:t>
            </a:r>
          </a:p>
        </p:txBody>
      </p:sp>
    </p:spTree>
    <p:extLst>
      <p:ext uri="{BB962C8B-B14F-4D97-AF65-F5344CB8AC3E}">
        <p14:creationId xmlns:p14="http://schemas.microsoft.com/office/powerpoint/2010/main" val="1157396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English Courseware PPT</dc:creator>
  <lastModifiedBy>Walnut Exporter</lastModifiedBy>
  <dc:title>Presentation</dc:title>
  <dcterms:created xsi:type="dcterms:W3CDTF">2026-07-12T17:45:22.1270000Z</dcterms:created>
  <dcterms:modified xsi:type="dcterms:W3CDTF">2026-07-12T17:45:22.1270000Z</dcterms:modified>
</coreProperties>
</file>