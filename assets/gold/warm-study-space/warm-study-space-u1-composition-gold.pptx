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191250" y="3143250"/>
            <a:ext cx="4857750" cy="1428750"/>
          </a:xfrm>
          <a:prstGeom prst="rect">
            <a:avLst/>
          </a:prstGeom>
          <a:solidFill>
            <a:srgbClr val="FF8A1F"/>
          </a:solidFill>
          <a:ln w="0">
            <a:solidFill>
              <a:srgbClr val="FF8A1F"/>
            </a:solidFill>
            <a:prstDash val="solid"/>
          </a:ln>
        </p:spPr>
      </p:sp>
      <p:sp>
        <p:nvSpPr>
          <p:cNvPr id="3" name="矩形 2"/>
          <p:cNvSpPr>
            <a:spLocks noGrp="1"/>
          </p:cNvSpPr>
          <p:nvPr/>
        </p:nvSpPr>
        <p:spPr>
          <a:xfrm>
            <a:off x="6572250" y="3219450"/>
            <a:ext cx="4381500" cy="876300"/>
          </a:xfrm>
          <a:prstGeom prst="rect">
            <a:avLst/>
          </a:prstGeom>
          <a:noFill/>
          <a:ln w="0">
            <a:noFill/>
            <a:prstDash val="solid"/>
          </a:ln>
        </p:spPr>
        <p:txBody>
          <a:bodyPr/>
          <a:lstStyle/>
          <a:p>
            <a:pPr algn="l">
              <a:lnSpc>
                <a:spcPct val="94000"/>
              </a:lnSpc>
              <a:buNone/>
              <a:defRPr sz="3075" b="1">
                <a:solidFill>
                  <a:srgbClr val="FFFFFF"/>
                </a:solidFill>
                <a:latin typeface="微软雅黑" panose="020B0503020204020204" charset="-122"/>
                <a:ea typeface="微软雅黑" panose="020B0503020204020204" charset="-122"/>
                <a:cs typeface="微软雅黑" panose="020B0503020204020204" charset="-122"/>
              </a:defRPr>
            </a:pPr>
            <a:r>
              <a:rPr sz="3075" b="1">
                <a:solidFill>
                  <a:srgbClr val="FFFFFF"/>
                </a:solidFill>
                <a:cs typeface="微软雅黑" panose="020B0503020204020204" charset="-122"/>
              </a:rPr>
              <a:t>Unit 1</a:t>
            </a:r>
            <a:endParaRPr sz="3075" b="1">
              <a:solidFill>
                <a:srgbClr val="FFFFFF"/>
              </a:solidFill>
              <a:cs typeface="微软雅黑" panose="020B0503020204020204" charset="-122"/>
            </a:endParaRPr>
          </a:p>
          <a:p>
            <a:pPr algn="l">
              <a:lnSpc>
                <a:spcPct val="94000"/>
              </a:lnSpc>
              <a:buNone/>
              <a:defRPr sz="3075" b="1">
                <a:solidFill>
                  <a:srgbClr val="FFFFFF"/>
                </a:solidFill>
                <a:latin typeface="微软雅黑" panose="020B0503020204020204" charset="-122"/>
                <a:ea typeface="微软雅黑" panose="020B0503020204020204" charset="-122"/>
                <a:cs typeface="微软雅黑" panose="020B0503020204020204" charset="-122"/>
              </a:defRPr>
            </a:pPr>
            <a:r>
              <a:rPr sz="3075" b="1">
                <a:solidFill>
                  <a:srgbClr val="FFFFFF"/>
                </a:solidFill>
                <a:cs typeface="微软雅黑" panose="020B0503020204020204" charset="-122"/>
              </a:rPr>
              <a:t>The Changing World</a:t>
            </a:r>
            <a:endParaRPr sz="3075" b="1">
              <a:solidFill>
                <a:srgbClr val="FFFFFF"/>
              </a:solidFill>
              <a:cs typeface="微软雅黑" panose="020B0503020204020204" charset="-122"/>
            </a:endParaRPr>
          </a:p>
        </p:txBody>
      </p:sp>
      <p:sp>
        <p:nvSpPr>
          <p:cNvPr id="4" name="矩形 3"/>
          <p:cNvSpPr>
            <a:spLocks noGrp="1"/>
          </p:cNvSpPr>
          <p:nvPr/>
        </p:nvSpPr>
        <p:spPr>
          <a:xfrm>
            <a:off x="6591300" y="4095750"/>
            <a:ext cx="4191000" cy="419100"/>
          </a:xfrm>
          <a:prstGeom prst="rect">
            <a:avLst/>
          </a:prstGeom>
          <a:noFill/>
          <a:ln w="0">
            <a:noFill/>
            <a:prstDash val="solid"/>
          </a:ln>
        </p:spPr>
        <p:txBody>
          <a:bodyPr/>
          <a:lstStyle/>
          <a:p>
            <a:pPr algn="l">
              <a:lnSpc>
                <a:spcPct val="112000"/>
              </a:lnSpc>
              <a:buNone/>
              <a:defRPr sz="2175" b="1">
                <a:solidFill>
                  <a:srgbClr val="FFF5E8"/>
                </a:solidFill>
                <a:latin typeface="微软雅黑" panose="020B0503020204020204" charset="-122"/>
                <a:ea typeface="微软雅黑" panose="020B0503020204020204" charset="-122"/>
                <a:cs typeface="微软雅黑" panose="020B0503020204020204" charset="-122"/>
              </a:defRPr>
            </a:pPr>
            <a:r>
              <a:rPr sz="2175" b="1">
                <a:solidFill>
                  <a:srgbClr val="FFF5E8"/>
                </a:solidFill>
                <a:cs typeface="微软雅黑" panose="020B0503020204020204" charset="-122"/>
              </a:rPr>
              <a:t>单元作文梳理</a:t>
            </a:r>
            <a:endParaRPr sz="2175" b="1">
              <a:solidFill>
                <a:srgbClr val="FFF5E8"/>
              </a:solidFill>
              <a:cs typeface="微软雅黑" panose="020B0503020204020204" charset="-122"/>
            </a:endParaRPr>
          </a:p>
        </p:txBody>
      </p:sp>
      <p:sp>
        <p:nvSpPr>
          <p:cNvPr id="5" name="矩形 4"/>
          <p:cNvSpPr>
            <a:spLocks noGrp="1"/>
          </p:cNvSpPr>
          <p:nvPr/>
        </p:nvSpPr>
        <p:spPr>
          <a:xfrm>
            <a:off x="6591300" y="4619625"/>
            <a:ext cx="4191000" cy="285750"/>
          </a:xfrm>
          <a:prstGeom prst="rect">
            <a:avLst/>
          </a:prstGeom>
          <a:noFill/>
          <a:ln w="0">
            <a:noFill/>
            <a:prstDash val="solid"/>
          </a:ln>
        </p:spPr>
        <p:txBody>
          <a:bodyPr/>
          <a:lstStyle/>
          <a:p>
            <a:pPr algn="l">
              <a:lnSpc>
                <a:spcPct val="112000"/>
              </a:lnSpc>
              <a:buNone/>
              <a:defRPr sz="1425" b="1">
                <a:solidFill>
                  <a:srgbClr val="5B2A11"/>
                </a:solidFill>
                <a:latin typeface="微软雅黑" panose="020B0503020204020204" charset="-122"/>
                <a:ea typeface="微软雅黑" panose="020B0503020204020204" charset="-122"/>
                <a:cs typeface="微软雅黑" panose="020B0503020204020204" charset="-122"/>
              </a:defRPr>
            </a:pPr>
            <a:r>
              <a:rPr sz="1425" b="1">
                <a:solidFill>
                  <a:srgbClr val="5B2A11"/>
                </a:solidFill>
              </a:rPr>
              <a:t>变化主题 · 过去与现在 · 中考书面表达</a:t>
            </a:r>
            <a:endParaRPr sz="1425" b="1">
              <a:solidFill>
                <a:srgbClr val="5B2A1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一、审题指导</a:t>
            </a:r>
            <a:endParaRPr sz="2925" b="1">
              <a:solidFill>
                <a:srgbClr val="0F0A06"/>
              </a:solidFill>
              <a:cs typeface="微软雅黑" panose="020B0503020204020204" charset="-122"/>
            </a:endParaRPr>
          </a:p>
        </p:txBody>
      </p:sp>
      <p:sp>
        <p:nvSpPr>
          <p:cNvPr id="4" name="圆角矩形 3"/>
          <p:cNvSpPr>
            <a:spLocks noGrp="1"/>
          </p:cNvSpPr>
          <p:nvPr/>
        </p:nvSpPr>
        <p:spPr>
          <a:xfrm>
            <a:off x="876300" y="1638300"/>
            <a:ext cx="10439400" cy="781050"/>
          </a:xfrm>
          <a:prstGeom prst="roundRect">
            <a:avLst>
              <a:gd name="adj" fmla="val 17073"/>
            </a:avLst>
          </a:prstGeom>
          <a:solidFill>
            <a:srgbClr val="FFF8EF"/>
          </a:solidFill>
          <a:ln w="13335">
            <a:solidFill>
              <a:srgbClr val="FFB46C"/>
            </a:solidFill>
            <a:prstDash val="solid"/>
          </a:ln>
        </p:spPr>
      </p:sp>
      <p:sp>
        <p:nvSpPr>
          <p:cNvPr id="5" name="圆角矩形 4"/>
          <p:cNvSpPr>
            <a:spLocks noGrp="1"/>
          </p:cNvSpPr>
          <p:nvPr/>
        </p:nvSpPr>
        <p:spPr>
          <a:xfrm>
            <a:off x="1085850" y="1809750"/>
            <a:ext cx="1123950" cy="438150"/>
          </a:xfrm>
          <a:prstGeom prst="roundRect">
            <a:avLst>
              <a:gd name="adj" fmla="val 26087"/>
            </a:avLst>
          </a:prstGeom>
          <a:solidFill>
            <a:srgbClr val="FF7A12"/>
          </a:solidFill>
          <a:ln w="9525">
            <a:solidFill>
              <a:srgbClr val="FF7A12"/>
            </a:solidFill>
            <a:prstDash val="solid"/>
          </a:ln>
        </p:spPr>
      </p:sp>
      <p:sp>
        <p:nvSpPr>
          <p:cNvPr id="6" name="矩形 5"/>
          <p:cNvSpPr>
            <a:spLocks noGrp="1"/>
          </p:cNvSpPr>
          <p:nvPr/>
        </p:nvSpPr>
        <p:spPr>
          <a:xfrm>
            <a:off x="1162050" y="1895475"/>
            <a:ext cx="971550" cy="3238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审主题</a:t>
            </a:r>
            <a:endParaRPr sz="1575" b="1">
              <a:solidFill>
                <a:srgbClr val="FFFFFF"/>
              </a:solidFill>
              <a:cs typeface="微软雅黑" panose="020B0503020204020204" charset="-122"/>
            </a:endParaRPr>
          </a:p>
        </p:txBody>
      </p:sp>
      <p:sp>
        <p:nvSpPr>
          <p:cNvPr id="7" name="矩形 6"/>
          <p:cNvSpPr>
            <a:spLocks noGrp="1"/>
          </p:cNvSpPr>
          <p:nvPr/>
        </p:nvSpPr>
        <p:spPr>
          <a:xfrm>
            <a:off x="2552700" y="1800225"/>
            <a:ext cx="8286750" cy="514350"/>
          </a:xfrm>
          <a:prstGeom prst="rect">
            <a:avLst/>
          </a:prstGeom>
          <a:noFill/>
          <a:ln w="0">
            <a:noFill/>
            <a:prstDash val="solid"/>
          </a:ln>
        </p:spPr>
        <p:txBody>
          <a:bodyPr/>
          <a:lstStyle/>
          <a:p>
            <a:pPr algn="l">
              <a:lnSpc>
                <a:spcPct val="110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rPr>
              <a:t>介绍人 / 事物 / 环境 / 家乡过去与现在的变化，说明变化带来的影响，表达自身感受</a:t>
            </a:r>
            <a:endParaRPr sz="1575" b="0">
              <a:solidFill>
                <a:srgbClr val="22160F"/>
              </a:solidFill>
            </a:endParaRPr>
          </a:p>
        </p:txBody>
      </p:sp>
      <p:sp>
        <p:nvSpPr>
          <p:cNvPr id="8" name="圆角矩形 7"/>
          <p:cNvSpPr>
            <a:spLocks noGrp="1"/>
          </p:cNvSpPr>
          <p:nvPr/>
        </p:nvSpPr>
        <p:spPr>
          <a:xfrm>
            <a:off x="876300" y="2514600"/>
            <a:ext cx="10439400" cy="781050"/>
          </a:xfrm>
          <a:prstGeom prst="roundRect">
            <a:avLst>
              <a:gd name="adj" fmla="val 17073"/>
            </a:avLst>
          </a:prstGeom>
          <a:solidFill>
            <a:srgbClr val="FFFDF8"/>
          </a:solidFill>
          <a:ln w="13335">
            <a:solidFill>
              <a:srgbClr val="FFB46C"/>
            </a:solidFill>
            <a:prstDash val="solid"/>
          </a:ln>
        </p:spPr>
      </p:sp>
      <p:sp>
        <p:nvSpPr>
          <p:cNvPr id="9" name="圆角矩形 8"/>
          <p:cNvSpPr>
            <a:spLocks noGrp="1"/>
          </p:cNvSpPr>
          <p:nvPr/>
        </p:nvSpPr>
        <p:spPr>
          <a:xfrm>
            <a:off x="1085850" y="2686050"/>
            <a:ext cx="1123950" cy="438150"/>
          </a:xfrm>
          <a:prstGeom prst="roundRect">
            <a:avLst>
              <a:gd name="adj" fmla="val 26087"/>
            </a:avLst>
          </a:prstGeom>
          <a:solidFill>
            <a:srgbClr val="FF7A12"/>
          </a:solidFill>
          <a:ln w="9525">
            <a:solidFill>
              <a:srgbClr val="FF7A12"/>
            </a:solidFill>
            <a:prstDash val="solid"/>
          </a:ln>
        </p:spPr>
      </p:sp>
      <p:sp>
        <p:nvSpPr>
          <p:cNvPr id="10" name="矩形 9"/>
          <p:cNvSpPr>
            <a:spLocks noGrp="1"/>
          </p:cNvSpPr>
          <p:nvPr/>
        </p:nvSpPr>
        <p:spPr>
          <a:xfrm>
            <a:off x="1162050" y="2771775"/>
            <a:ext cx="971550" cy="3238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审文体</a:t>
            </a:r>
            <a:endParaRPr sz="1575" b="1">
              <a:solidFill>
                <a:srgbClr val="FFFFFF"/>
              </a:solidFill>
              <a:cs typeface="微软雅黑" panose="020B0503020204020204" charset="-122"/>
            </a:endParaRPr>
          </a:p>
        </p:txBody>
      </p:sp>
      <p:sp>
        <p:nvSpPr>
          <p:cNvPr id="11" name="矩形 10"/>
          <p:cNvSpPr>
            <a:spLocks noGrp="1"/>
          </p:cNvSpPr>
          <p:nvPr/>
        </p:nvSpPr>
        <p:spPr>
          <a:xfrm>
            <a:off x="2552700" y="2676525"/>
            <a:ext cx="8286750" cy="514350"/>
          </a:xfrm>
          <a:prstGeom prst="rect">
            <a:avLst/>
          </a:prstGeom>
          <a:noFill/>
          <a:ln w="0">
            <a:noFill/>
            <a:prstDash val="solid"/>
          </a:ln>
        </p:spPr>
        <p:txBody>
          <a:bodyPr/>
          <a:lstStyle/>
          <a:p>
            <a:pPr algn="l">
              <a:lnSpc>
                <a:spcPct val="110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cs typeface="微软雅黑" panose="020B0503020204020204" charset="-122"/>
              </a:rPr>
              <a:t>记叙文（夹叙夹议），中考书面表达最高频考查文体</a:t>
            </a:r>
            <a:endParaRPr sz="1575" b="0">
              <a:solidFill>
                <a:srgbClr val="22160F"/>
              </a:solidFill>
              <a:cs typeface="微软雅黑" panose="020B0503020204020204" charset="-122"/>
            </a:endParaRPr>
          </a:p>
        </p:txBody>
      </p:sp>
      <p:sp>
        <p:nvSpPr>
          <p:cNvPr id="12" name="圆角矩形 11"/>
          <p:cNvSpPr>
            <a:spLocks noGrp="1"/>
          </p:cNvSpPr>
          <p:nvPr/>
        </p:nvSpPr>
        <p:spPr>
          <a:xfrm>
            <a:off x="876300" y="3390900"/>
            <a:ext cx="10439400" cy="781050"/>
          </a:xfrm>
          <a:prstGeom prst="roundRect">
            <a:avLst>
              <a:gd name="adj" fmla="val 17073"/>
            </a:avLst>
          </a:prstGeom>
          <a:solidFill>
            <a:srgbClr val="FFF8EF"/>
          </a:solidFill>
          <a:ln w="13335">
            <a:solidFill>
              <a:srgbClr val="FFB46C"/>
            </a:solidFill>
            <a:prstDash val="solid"/>
          </a:ln>
        </p:spPr>
      </p:sp>
      <p:sp>
        <p:nvSpPr>
          <p:cNvPr id="13" name="圆角矩形 12"/>
          <p:cNvSpPr>
            <a:spLocks noGrp="1"/>
          </p:cNvSpPr>
          <p:nvPr/>
        </p:nvSpPr>
        <p:spPr>
          <a:xfrm>
            <a:off x="1085850" y="3562350"/>
            <a:ext cx="1123950" cy="438150"/>
          </a:xfrm>
          <a:prstGeom prst="roundRect">
            <a:avLst>
              <a:gd name="adj" fmla="val 26087"/>
            </a:avLst>
          </a:prstGeom>
          <a:solidFill>
            <a:srgbClr val="FF7A12"/>
          </a:solidFill>
          <a:ln w="9525">
            <a:solidFill>
              <a:srgbClr val="FF7A12"/>
            </a:solidFill>
            <a:prstDash val="solid"/>
          </a:ln>
        </p:spPr>
      </p:sp>
      <p:sp>
        <p:nvSpPr>
          <p:cNvPr id="14" name="矩形 13"/>
          <p:cNvSpPr>
            <a:spLocks noGrp="1"/>
          </p:cNvSpPr>
          <p:nvPr/>
        </p:nvSpPr>
        <p:spPr>
          <a:xfrm>
            <a:off x="1162050" y="3648075"/>
            <a:ext cx="971550" cy="3238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审人称</a:t>
            </a:r>
            <a:endParaRPr sz="1575" b="1">
              <a:solidFill>
                <a:srgbClr val="FFFFFF"/>
              </a:solidFill>
              <a:cs typeface="微软雅黑" panose="020B0503020204020204" charset="-122"/>
            </a:endParaRPr>
          </a:p>
        </p:txBody>
      </p:sp>
      <p:sp>
        <p:nvSpPr>
          <p:cNvPr id="15" name="矩形 14"/>
          <p:cNvSpPr>
            <a:spLocks noGrp="1"/>
          </p:cNvSpPr>
          <p:nvPr/>
        </p:nvSpPr>
        <p:spPr>
          <a:xfrm>
            <a:off x="2552700" y="3552825"/>
            <a:ext cx="8286750" cy="514350"/>
          </a:xfrm>
          <a:prstGeom prst="rect">
            <a:avLst/>
          </a:prstGeom>
          <a:noFill/>
          <a:ln w="0">
            <a:noFill/>
            <a:prstDash val="solid"/>
          </a:ln>
        </p:spPr>
        <p:txBody>
          <a:bodyPr/>
          <a:lstStyle/>
          <a:p>
            <a:pPr algn="l">
              <a:lnSpc>
                <a:spcPct val="110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rPr>
              <a:t>以第三人称（介绍家乡 / 环境）、第一人称（介绍自身 / 生活变化）为主</a:t>
            </a:r>
            <a:endParaRPr sz="1575" b="0">
              <a:solidFill>
                <a:srgbClr val="22160F"/>
              </a:solidFill>
            </a:endParaRPr>
          </a:p>
        </p:txBody>
      </p:sp>
      <p:sp>
        <p:nvSpPr>
          <p:cNvPr id="16" name="圆角矩形 15"/>
          <p:cNvSpPr>
            <a:spLocks noGrp="1"/>
          </p:cNvSpPr>
          <p:nvPr/>
        </p:nvSpPr>
        <p:spPr>
          <a:xfrm>
            <a:off x="876300" y="4267200"/>
            <a:ext cx="10439400" cy="781050"/>
          </a:xfrm>
          <a:prstGeom prst="roundRect">
            <a:avLst>
              <a:gd name="adj" fmla="val 17073"/>
            </a:avLst>
          </a:prstGeom>
          <a:solidFill>
            <a:srgbClr val="FFFDF8"/>
          </a:solidFill>
          <a:ln w="13335">
            <a:solidFill>
              <a:srgbClr val="FFB46C"/>
            </a:solidFill>
            <a:prstDash val="solid"/>
          </a:ln>
        </p:spPr>
      </p:sp>
      <p:sp>
        <p:nvSpPr>
          <p:cNvPr id="17" name="圆角矩形 16"/>
          <p:cNvSpPr>
            <a:spLocks noGrp="1"/>
          </p:cNvSpPr>
          <p:nvPr/>
        </p:nvSpPr>
        <p:spPr>
          <a:xfrm>
            <a:off x="1085850" y="4438650"/>
            <a:ext cx="1123950" cy="438150"/>
          </a:xfrm>
          <a:prstGeom prst="roundRect">
            <a:avLst>
              <a:gd name="adj" fmla="val 26087"/>
            </a:avLst>
          </a:prstGeom>
          <a:solidFill>
            <a:srgbClr val="FF7A12"/>
          </a:solidFill>
          <a:ln w="9525">
            <a:solidFill>
              <a:srgbClr val="FF7A12"/>
            </a:solidFill>
            <a:prstDash val="solid"/>
          </a:ln>
        </p:spPr>
      </p:sp>
      <p:sp>
        <p:nvSpPr>
          <p:cNvPr id="18" name="矩形 17"/>
          <p:cNvSpPr>
            <a:spLocks noGrp="1"/>
          </p:cNvSpPr>
          <p:nvPr/>
        </p:nvSpPr>
        <p:spPr>
          <a:xfrm>
            <a:off x="1162050" y="4524375"/>
            <a:ext cx="971550" cy="3238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审时态</a:t>
            </a:r>
            <a:endParaRPr sz="1575" b="1">
              <a:solidFill>
                <a:srgbClr val="FFFFFF"/>
              </a:solidFill>
              <a:cs typeface="微软雅黑" panose="020B0503020204020204" charset="-122"/>
            </a:endParaRPr>
          </a:p>
        </p:txBody>
      </p:sp>
      <p:sp>
        <p:nvSpPr>
          <p:cNvPr id="19" name="矩形 18"/>
          <p:cNvSpPr>
            <a:spLocks noGrp="1"/>
          </p:cNvSpPr>
          <p:nvPr/>
        </p:nvSpPr>
        <p:spPr>
          <a:xfrm>
            <a:off x="2552700" y="4429125"/>
            <a:ext cx="8286750" cy="514350"/>
          </a:xfrm>
          <a:prstGeom prst="rect">
            <a:avLst/>
          </a:prstGeom>
          <a:noFill/>
          <a:ln w="0">
            <a:noFill/>
            <a:prstDash val="solid"/>
          </a:ln>
        </p:spPr>
        <p:txBody>
          <a:bodyPr/>
          <a:lstStyle/>
          <a:p>
            <a:pPr algn="l">
              <a:lnSpc>
                <a:spcPct val="110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cs typeface="微软雅黑" panose="020B0503020204020204" charset="-122"/>
              </a:rPr>
              <a:t>描述过去用一般过去时；描述现在变化和影响用现在完成时；客观事实用一般现在时</a:t>
            </a:r>
            <a:endParaRPr sz="1575" b="0">
              <a:solidFill>
                <a:srgbClr val="22160F"/>
              </a:solidFill>
              <a:cs typeface="微软雅黑" panose="020B0503020204020204" charset="-122"/>
            </a:endParaRPr>
          </a:p>
        </p:txBody>
      </p:sp>
      <p:sp>
        <p:nvSpPr>
          <p:cNvPr id="20" name="圆角矩形 19"/>
          <p:cNvSpPr>
            <a:spLocks noGrp="1"/>
          </p:cNvSpPr>
          <p:nvPr/>
        </p:nvSpPr>
        <p:spPr>
          <a:xfrm>
            <a:off x="876300" y="5143500"/>
            <a:ext cx="10439400" cy="781050"/>
          </a:xfrm>
          <a:prstGeom prst="roundRect">
            <a:avLst>
              <a:gd name="adj" fmla="val 17073"/>
            </a:avLst>
          </a:prstGeom>
          <a:solidFill>
            <a:srgbClr val="FFF8EF"/>
          </a:solidFill>
          <a:ln w="13335">
            <a:solidFill>
              <a:srgbClr val="FFB46C"/>
            </a:solidFill>
            <a:prstDash val="solid"/>
          </a:ln>
        </p:spPr>
      </p:sp>
      <p:sp>
        <p:nvSpPr>
          <p:cNvPr id="21" name="圆角矩形 20"/>
          <p:cNvSpPr>
            <a:spLocks noGrp="1"/>
          </p:cNvSpPr>
          <p:nvPr/>
        </p:nvSpPr>
        <p:spPr>
          <a:xfrm>
            <a:off x="1085850" y="5314950"/>
            <a:ext cx="1123950" cy="438150"/>
          </a:xfrm>
          <a:prstGeom prst="roundRect">
            <a:avLst>
              <a:gd name="adj" fmla="val 26087"/>
            </a:avLst>
          </a:prstGeom>
          <a:solidFill>
            <a:srgbClr val="FF7A12"/>
          </a:solidFill>
          <a:ln w="9525">
            <a:solidFill>
              <a:srgbClr val="FF7A12"/>
            </a:solidFill>
            <a:prstDash val="solid"/>
          </a:ln>
        </p:spPr>
      </p:sp>
      <p:sp>
        <p:nvSpPr>
          <p:cNvPr id="22" name="矩形 21"/>
          <p:cNvSpPr>
            <a:spLocks noGrp="1"/>
          </p:cNvSpPr>
          <p:nvPr/>
        </p:nvSpPr>
        <p:spPr>
          <a:xfrm>
            <a:off x="1162050" y="5400675"/>
            <a:ext cx="971550" cy="3238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审要点</a:t>
            </a:r>
            <a:endParaRPr sz="1575" b="1">
              <a:solidFill>
                <a:srgbClr val="FFFFFF"/>
              </a:solidFill>
              <a:cs typeface="微软雅黑" panose="020B0503020204020204" charset="-122"/>
            </a:endParaRPr>
          </a:p>
        </p:txBody>
      </p:sp>
      <p:sp>
        <p:nvSpPr>
          <p:cNvPr id="23" name="矩形 22"/>
          <p:cNvSpPr>
            <a:spLocks noGrp="1"/>
          </p:cNvSpPr>
          <p:nvPr/>
        </p:nvSpPr>
        <p:spPr>
          <a:xfrm>
            <a:off x="2552700" y="5305425"/>
            <a:ext cx="8286750" cy="514350"/>
          </a:xfrm>
          <a:prstGeom prst="rect">
            <a:avLst/>
          </a:prstGeom>
          <a:noFill/>
          <a:ln w="0">
            <a:noFill/>
            <a:prstDash val="solid"/>
          </a:ln>
        </p:spPr>
        <p:txBody>
          <a:bodyPr/>
          <a:lstStyle/>
          <a:p>
            <a:pPr algn="l">
              <a:lnSpc>
                <a:spcPct val="110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cs typeface="微软雅黑" panose="020B0503020204020204" charset="-122"/>
              </a:rPr>
              <a:t>点明变化主体；写出过去与现在的细节对比；说明影响、感受与主题升华</a:t>
            </a:r>
            <a:endParaRPr sz="1575" b="0">
              <a:solidFill>
                <a:srgbClr val="22160F"/>
              </a:solidFill>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p:bldP spid="19" grpId="0"/>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图片 1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二、写作框架</a:t>
            </a:r>
            <a:endParaRPr sz="2925" b="1">
              <a:solidFill>
                <a:srgbClr val="0F0A06"/>
              </a:solidFill>
              <a:cs typeface="微软雅黑" panose="020B0503020204020204" charset="-122"/>
            </a:endParaRPr>
          </a:p>
        </p:txBody>
      </p:sp>
      <p:sp>
        <p:nvSpPr>
          <p:cNvPr id="4" name="圆角矩形 3"/>
          <p:cNvSpPr>
            <a:spLocks noGrp="1"/>
          </p:cNvSpPr>
          <p:nvPr/>
        </p:nvSpPr>
        <p:spPr>
          <a:xfrm>
            <a:off x="876300" y="1733550"/>
            <a:ext cx="3105150" cy="3969385"/>
          </a:xfrm>
          <a:prstGeom prst="roundRect">
            <a:avLst>
              <a:gd name="adj" fmla="val 4294"/>
            </a:avLst>
          </a:prstGeom>
          <a:solidFill>
            <a:srgbClr val="FFF8EF"/>
          </a:solidFill>
          <a:ln w="13335">
            <a:solidFill>
              <a:srgbClr val="FFB46C"/>
            </a:solidFill>
            <a:prstDash val="solid"/>
          </a:ln>
        </p:spPr>
        <p:style>
          <a:lnRef idx="0">
            <a:srgbClr val="FFFFFF"/>
          </a:lnRef>
          <a:fillRef idx="0">
            <a:srgbClr val="FFFFFF"/>
          </a:fillRef>
          <a:effectRef idx="4">
            <a:srgbClr val="FFFFFF"/>
          </a:effectRef>
          <a:fontRef idx="major"/>
        </p:style>
      </p:sp>
      <p:sp>
        <p:nvSpPr>
          <p:cNvPr id="5" name="圆角矩形 4"/>
          <p:cNvSpPr>
            <a:spLocks noGrp="1"/>
          </p:cNvSpPr>
          <p:nvPr/>
        </p:nvSpPr>
        <p:spPr>
          <a:xfrm>
            <a:off x="1181100" y="2000250"/>
            <a:ext cx="1143000" cy="521335"/>
          </a:xfrm>
          <a:prstGeom prst="roundRect">
            <a:avLst>
              <a:gd name="adj" fmla="val 27273"/>
            </a:avLst>
          </a:prstGeom>
          <a:solidFill>
            <a:srgbClr val="FF7A12"/>
          </a:solidFill>
          <a:ln w="9525">
            <a:solidFill>
              <a:srgbClr val="FF7A12"/>
            </a:solidFill>
            <a:prstDash val="solid"/>
          </a:ln>
        </p:spPr>
      </p:sp>
      <p:sp>
        <p:nvSpPr>
          <p:cNvPr id="6" name="矩形 5"/>
          <p:cNvSpPr>
            <a:spLocks noGrp="1"/>
          </p:cNvSpPr>
          <p:nvPr/>
        </p:nvSpPr>
        <p:spPr>
          <a:xfrm>
            <a:off x="1257300" y="2085975"/>
            <a:ext cx="990600" cy="30480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开头段</a:t>
            </a:r>
            <a:endParaRPr sz="1575" b="1">
              <a:solidFill>
                <a:srgbClr val="FFFFFF"/>
              </a:solidFill>
              <a:cs typeface="微软雅黑" panose="020B0503020204020204" charset="-122"/>
            </a:endParaRPr>
          </a:p>
        </p:txBody>
      </p:sp>
      <p:sp>
        <p:nvSpPr>
          <p:cNvPr id="7" name="矩形 6"/>
          <p:cNvSpPr>
            <a:spLocks noGrp="1"/>
          </p:cNvSpPr>
          <p:nvPr/>
        </p:nvSpPr>
        <p:spPr>
          <a:xfrm>
            <a:off x="1200150" y="2686050"/>
            <a:ext cx="2476500" cy="819150"/>
          </a:xfrm>
          <a:prstGeom prst="rect">
            <a:avLst/>
          </a:prstGeom>
          <a:noFill/>
          <a:ln w="0">
            <a:noFill/>
            <a:prstDash val="solid"/>
          </a:ln>
        </p:spPr>
        <p:txBody>
          <a:bodyPr/>
          <a:lstStyle/>
          <a:p>
            <a:pPr algn="ctr">
              <a:lnSpc>
                <a:spcPct val="114000"/>
              </a:lnSpc>
              <a:buNone/>
              <a:defRPr sz="2175" b="1">
                <a:solidFill>
                  <a:srgbClr val="C84F00"/>
                </a:solidFill>
                <a:latin typeface="微软雅黑" panose="020B0503020204020204" charset="-122"/>
                <a:ea typeface="微软雅黑" panose="020B0503020204020204" charset="-122"/>
                <a:cs typeface="微软雅黑" panose="020B0503020204020204" charset="-122"/>
              </a:defRPr>
            </a:pPr>
            <a:r>
              <a:rPr sz="2175" b="1">
                <a:solidFill>
                  <a:srgbClr val="C84F00"/>
                </a:solidFill>
                <a:cs typeface="微软雅黑" panose="020B0503020204020204" charset="-122"/>
              </a:rPr>
              <a:t>引入话题</a:t>
            </a:r>
            <a:endParaRPr sz="2175" b="1">
              <a:solidFill>
                <a:srgbClr val="C84F00"/>
              </a:solidFill>
              <a:cs typeface="微软雅黑" panose="020B0503020204020204" charset="-122"/>
            </a:endParaRPr>
          </a:p>
          <a:p>
            <a:pPr algn="ctr">
              <a:lnSpc>
                <a:spcPct val="114000"/>
              </a:lnSpc>
              <a:buNone/>
              <a:defRPr sz="2175" b="1">
                <a:solidFill>
                  <a:srgbClr val="C84F00"/>
                </a:solidFill>
                <a:latin typeface="微软雅黑" panose="020B0503020204020204" charset="-122"/>
                <a:ea typeface="微软雅黑" panose="020B0503020204020204" charset="-122"/>
                <a:cs typeface="微软雅黑" panose="020B0503020204020204" charset="-122"/>
              </a:defRPr>
            </a:pPr>
            <a:r>
              <a:rPr sz="2175" b="1">
                <a:solidFill>
                  <a:srgbClr val="C84F00"/>
                </a:solidFill>
                <a:cs typeface="微软雅黑" panose="020B0503020204020204" charset="-122"/>
              </a:rPr>
              <a:t>点明核心变化</a:t>
            </a:r>
            <a:endParaRPr sz="2175" b="1">
              <a:solidFill>
                <a:srgbClr val="C84F00"/>
              </a:solidFill>
              <a:cs typeface="微软雅黑" panose="020B0503020204020204" charset="-122"/>
            </a:endParaRPr>
          </a:p>
        </p:txBody>
      </p:sp>
      <p:sp>
        <p:nvSpPr>
          <p:cNvPr id="8" name="矩形 7"/>
          <p:cNvSpPr>
            <a:spLocks noGrp="1"/>
          </p:cNvSpPr>
          <p:nvPr/>
        </p:nvSpPr>
        <p:spPr>
          <a:xfrm>
            <a:off x="1200150" y="3771900"/>
            <a:ext cx="2476500" cy="1028700"/>
          </a:xfrm>
          <a:prstGeom prst="rect">
            <a:avLst/>
          </a:prstGeom>
          <a:noFill/>
          <a:ln w="0">
            <a:noFill/>
            <a:prstDash val="solid"/>
          </a:ln>
        </p:spPr>
        <p:txBody>
          <a:bodyPr/>
          <a:lstStyle/>
          <a:p>
            <a:pPr algn="l">
              <a:lnSpc>
                <a:spcPct val="118000"/>
              </a:lnSpc>
              <a:buNone/>
              <a:defRPr sz="1725" b="0">
                <a:solidFill>
                  <a:srgbClr val="22160F"/>
                </a:solidFill>
                <a:latin typeface="微软雅黑" panose="020B0503020204020204" charset="-122"/>
                <a:ea typeface="微软雅黑" panose="020B0503020204020204" charset="-122"/>
                <a:cs typeface="微软雅黑" panose="020B0503020204020204" charset="-122"/>
              </a:defRPr>
            </a:pPr>
            <a:r>
              <a:rPr sz="1725" b="0">
                <a:solidFill>
                  <a:srgbClr val="22160F"/>
                </a:solidFill>
                <a:cs typeface="微软雅黑" panose="020B0503020204020204" charset="-122"/>
              </a:rPr>
              <a:t>总起全文，直接点明写作对象的核心变化，可融入现在完成时奠定基调。</a:t>
            </a:r>
            <a:endParaRPr sz="1725" b="0">
              <a:solidFill>
                <a:srgbClr val="22160F"/>
              </a:solidFill>
              <a:cs typeface="微软雅黑" panose="020B0503020204020204" charset="-122"/>
            </a:endParaRPr>
          </a:p>
        </p:txBody>
      </p:sp>
      <p:sp>
        <p:nvSpPr>
          <p:cNvPr id="9" name="圆角矩形 8"/>
          <p:cNvSpPr>
            <a:spLocks noGrp="1"/>
          </p:cNvSpPr>
          <p:nvPr/>
        </p:nvSpPr>
        <p:spPr>
          <a:xfrm>
            <a:off x="4438650" y="1733550"/>
            <a:ext cx="3105150" cy="3969385"/>
          </a:xfrm>
          <a:prstGeom prst="roundRect">
            <a:avLst>
              <a:gd name="adj" fmla="val 4294"/>
            </a:avLst>
          </a:prstGeom>
          <a:solidFill>
            <a:srgbClr val="FFF3E1"/>
          </a:solidFill>
          <a:ln w="13335">
            <a:solidFill>
              <a:srgbClr val="FFB46C"/>
            </a:solidFill>
            <a:prstDash val="solid"/>
          </a:ln>
        </p:spPr>
        <p:style>
          <a:lnRef idx="0">
            <a:srgbClr val="FFFFFF"/>
          </a:lnRef>
          <a:fillRef idx="0">
            <a:srgbClr val="FFFFFF"/>
          </a:fillRef>
          <a:effectRef idx="4">
            <a:srgbClr val="FFFFFF"/>
          </a:effectRef>
          <a:fontRef idx="major"/>
        </p:style>
      </p:sp>
      <p:sp>
        <p:nvSpPr>
          <p:cNvPr id="10" name="圆角矩形 9"/>
          <p:cNvSpPr>
            <a:spLocks noGrp="1"/>
          </p:cNvSpPr>
          <p:nvPr/>
        </p:nvSpPr>
        <p:spPr>
          <a:xfrm>
            <a:off x="4743450" y="2000250"/>
            <a:ext cx="1143000" cy="514350"/>
          </a:xfrm>
          <a:prstGeom prst="roundRect">
            <a:avLst>
              <a:gd name="adj" fmla="val 27273"/>
            </a:avLst>
          </a:prstGeom>
          <a:solidFill>
            <a:srgbClr val="FF7A12"/>
          </a:solidFill>
          <a:ln w="9525">
            <a:solidFill>
              <a:srgbClr val="FF7A12"/>
            </a:solidFill>
            <a:prstDash val="solid"/>
          </a:ln>
        </p:spPr>
      </p:sp>
      <p:sp>
        <p:nvSpPr>
          <p:cNvPr id="11" name="矩形 10"/>
          <p:cNvSpPr>
            <a:spLocks noGrp="1"/>
          </p:cNvSpPr>
          <p:nvPr/>
        </p:nvSpPr>
        <p:spPr>
          <a:xfrm>
            <a:off x="4819650" y="2085975"/>
            <a:ext cx="990600" cy="30480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正文段</a:t>
            </a:r>
            <a:endParaRPr sz="1575" b="1">
              <a:solidFill>
                <a:srgbClr val="FFFFFF"/>
              </a:solidFill>
              <a:cs typeface="微软雅黑" panose="020B0503020204020204" charset="-122"/>
            </a:endParaRPr>
          </a:p>
        </p:txBody>
      </p:sp>
      <p:sp>
        <p:nvSpPr>
          <p:cNvPr id="12" name="矩形 11"/>
          <p:cNvSpPr>
            <a:spLocks noGrp="1"/>
          </p:cNvSpPr>
          <p:nvPr/>
        </p:nvSpPr>
        <p:spPr>
          <a:xfrm>
            <a:off x="4762500" y="2686050"/>
            <a:ext cx="2476500" cy="819150"/>
          </a:xfrm>
          <a:prstGeom prst="rect">
            <a:avLst/>
          </a:prstGeom>
          <a:noFill/>
          <a:ln w="0">
            <a:noFill/>
            <a:prstDash val="solid"/>
          </a:ln>
        </p:spPr>
        <p:txBody>
          <a:bodyPr/>
          <a:lstStyle/>
          <a:p>
            <a:pPr algn="ctr">
              <a:lnSpc>
                <a:spcPct val="114000"/>
              </a:lnSpc>
              <a:buNone/>
              <a:defRPr sz="2175" b="1">
                <a:solidFill>
                  <a:srgbClr val="C84F00"/>
                </a:solidFill>
                <a:latin typeface="微软雅黑" panose="020B0503020204020204" charset="-122"/>
                <a:ea typeface="微软雅黑" panose="020B0503020204020204" charset="-122"/>
                <a:cs typeface="微软雅黑" panose="020B0503020204020204" charset="-122"/>
              </a:defRPr>
            </a:pPr>
            <a:r>
              <a:rPr sz="2175" b="1">
                <a:solidFill>
                  <a:srgbClr val="C84F00"/>
                </a:solidFill>
                <a:cs typeface="微软雅黑" panose="020B0503020204020204" charset="-122"/>
              </a:rPr>
              <a:t>细节对比</a:t>
            </a:r>
            <a:endParaRPr sz="2175" b="1">
              <a:solidFill>
                <a:srgbClr val="C84F00"/>
              </a:solidFill>
              <a:cs typeface="微软雅黑" panose="020B0503020204020204" charset="-122"/>
            </a:endParaRPr>
          </a:p>
          <a:p>
            <a:pPr algn="ctr">
              <a:lnSpc>
                <a:spcPct val="114000"/>
              </a:lnSpc>
              <a:buNone/>
              <a:defRPr sz="2175" b="1">
                <a:solidFill>
                  <a:srgbClr val="C84F00"/>
                </a:solidFill>
                <a:latin typeface="微软雅黑" panose="020B0503020204020204" charset="-122"/>
                <a:ea typeface="微软雅黑" panose="020B0503020204020204" charset="-122"/>
                <a:cs typeface="微软雅黑" panose="020B0503020204020204" charset="-122"/>
              </a:defRPr>
            </a:pPr>
            <a:r>
              <a:rPr sz="2175" b="1">
                <a:solidFill>
                  <a:srgbClr val="C84F00"/>
                </a:solidFill>
                <a:cs typeface="微软雅黑" panose="020B0503020204020204" charset="-122"/>
              </a:rPr>
              <a:t>分点阐述变化</a:t>
            </a:r>
            <a:endParaRPr sz="2175" b="1">
              <a:solidFill>
                <a:srgbClr val="C84F00"/>
              </a:solidFill>
              <a:cs typeface="微软雅黑" panose="020B0503020204020204" charset="-122"/>
            </a:endParaRPr>
          </a:p>
        </p:txBody>
      </p:sp>
      <p:sp>
        <p:nvSpPr>
          <p:cNvPr id="13" name="矩形 12"/>
          <p:cNvSpPr>
            <a:spLocks noGrp="1"/>
          </p:cNvSpPr>
          <p:nvPr/>
        </p:nvSpPr>
        <p:spPr>
          <a:xfrm>
            <a:off x="4762500" y="3771900"/>
            <a:ext cx="2476500" cy="1028700"/>
          </a:xfrm>
          <a:prstGeom prst="rect">
            <a:avLst/>
          </a:prstGeom>
          <a:noFill/>
          <a:ln w="0">
            <a:noFill/>
            <a:prstDash val="solid"/>
          </a:ln>
        </p:spPr>
        <p:txBody>
          <a:bodyPr/>
          <a:lstStyle/>
          <a:p>
            <a:pPr algn="l">
              <a:lnSpc>
                <a:spcPct val="118000"/>
              </a:lnSpc>
              <a:buNone/>
              <a:defRPr sz="1725" b="0">
                <a:solidFill>
                  <a:srgbClr val="22160F"/>
                </a:solidFill>
                <a:latin typeface="微软雅黑" panose="020B0503020204020204" charset="-122"/>
                <a:ea typeface="微软雅黑" panose="020B0503020204020204" charset="-122"/>
                <a:cs typeface="微软雅黑" panose="020B0503020204020204" charset="-122"/>
              </a:defRPr>
            </a:pPr>
            <a:r>
              <a:rPr sz="1725" b="0">
                <a:solidFill>
                  <a:srgbClr val="22160F"/>
                </a:solidFill>
              </a:rPr>
              <a:t>用“过去 vs 现在”的结构，从 2-3 个维度写具体变化，并写出变化带来的影响。</a:t>
            </a:r>
            <a:endParaRPr sz="1725" b="0">
              <a:solidFill>
                <a:srgbClr val="22160F"/>
              </a:solidFill>
            </a:endParaRPr>
          </a:p>
        </p:txBody>
      </p:sp>
      <p:sp>
        <p:nvSpPr>
          <p:cNvPr id="14" name="圆角矩形 13"/>
          <p:cNvSpPr>
            <a:spLocks noGrp="1"/>
          </p:cNvSpPr>
          <p:nvPr/>
        </p:nvSpPr>
        <p:spPr>
          <a:xfrm>
            <a:off x="8001000" y="1733550"/>
            <a:ext cx="3105150" cy="3969385"/>
          </a:xfrm>
          <a:prstGeom prst="roundRect">
            <a:avLst>
              <a:gd name="adj" fmla="val 4294"/>
            </a:avLst>
          </a:prstGeom>
          <a:solidFill>
            <a:srgbClr val="FFF8EF"/>
          </a:solidFill>
          <a:ln w="13335">
            <a:solidFill>
              <a:srgbClr val="FFB46C"/>
            </a:solidFill>
            <a:prstDash val="solid"/>
          </a:ln>
        </p:spPr>
        <p:style>
          <a:lnRef idx="0">
            <a:srgbClr val="FFFFFF"/>
          </a:lnRef>
          <a:fillRef idx="0">
            <a:srgbClr val="FFFFFF"/>
          </a:fillRef>
          <a:effectRef idx="4">
            <a:srgbClr val="FFFFFF"/>
          </a:effectRef>
          <a:fontRef idx="major"/>
        </p:style>
      </p:sp>
      <p:sp>
        <p:nvSpPr>
          <p:cNvPr id="15" name="圆角矩形 14"/>
          <p:cNvSpPr>
            <a:spLocks noGrp="1"/>
          </p:cNvSpPr>
          <p:nvPr/>
        </p:nvSpPr>
        <p:spPr>
          <a:xfrm>
            <a:off x="8305800" y="2000250"/>
            <a:ext cx="1143000" cy="514985"/>
          </a:xfrm>
          <a:prstGeom prst="roundRect">
            <a:avLst>
              <a:gd name="adj" fmla="val 27273"/>
            </a:avLst>
          </a:prstGeom>
          <a:solidFill>
            <a:srgbClr val="FF7A12"/>
          </a:solidFill>
          <a:ln w="9525">
            <a:solidFill>
              <a:srgbClr val="FF7A12"/>
            </a:solidFill>
            <a:prstDash val="solid"/>
          </a:ln>
        </p:spPr>
      </p:sp>
      <p:sp>
        <p:nvSpPr>
          <p:cNvPr id="16" name="矩形 15"/>
          <p:cNvSpPr>
            <a:spLocks noGrp="1"/>
          </p:cNvSpPr>
          <p:nvPr/>
        </p:nvSpPr>
        <p:spPr>
          <a:xfrm>
            <a:off x="8382000" y="2085975"/>
            <a:ext cx="990600" cy="30480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结尾段</a:t>
            </a:r>
            <a:endParaRPr sz="1575" b="1">
              <a:solidFill>
                <a:srgbClr val="FFFFFF"/>
              </a:solidFill>
              <a:cs typeface="微软雅黑" panose="020B0503020204020204" charset="-122"/>
            </a:endParaRPr>
          </a:p>
        </p:txBody>
      </p:sp>
      <p:sp>
        <p:nvSpPr>
          <p:cNvPr id="17" name="矩形 16"/>
          <p:cNvSpPr>
            <a:spLocks noGrp="1"/>
          </p:cNvSpPr>
          <p:nvPr/>
        </p:nvSpPr>
        <p:spPr>
          <a:xfrm>
            <a:off x="8324850" y="2686050"/>
            <a:ext cx="2476500" cy="819150"/>
          </a:xfrm>
          <a:prstGeom prst="rect">
            <a:avLst/>
          </a:prstGeom>
          <a:noFill/>
          <a:ln w="0">
            <a:noFill/>
            <a:prstDash val="solid"/>
          </a:ln>
        </p:spPr>
        <p:txBody>
          <a:bodyPr/>
          <a:lstStyle/>
          <a:p>
            <a:pPr algn="ctr">
              <a:lnSpc>
                <a:spcPct val="114000"/>
              </a:lnSpc>
              <a:buNone/>
              <a:defRPr sz="2175" b="1">
                <a:solidFill>
                  <a:srgbClr val="C84F00"/>
                </a:solidFill>
                <a:latin typeface="微软雅黑" panose="020B0503020204020204" charset="-122"/>
                <a:ea typeface="微软雅黑" panose="020B0503020204020204" charset="-122"/>
                <a:cs typeface="微软雅黑" panose="020B0503020204020204" charset="-122"/>
              </a:defRPr>
            </a:pPr>
            <a:r>
              <a:rPr sz="2175" b="1">
                <a:solidFill>
                  <a:srgbClr val="C84F00"/>
                </a:solidFill>
                <a:cs typeface="微软雅黑" panose="020B0503020204020204" charset="-122"/>
              </a:rPr>
              <a:t>升华主题</a:t>
            </a:r>
            <a:endParaRPr sz="2175" b="1">
              <a:solidFill>
                <a:srgbClr val="C84F00"/>
              </a:solidFill>
              <a:cs typeface="微软雅黑" panose="020B0503020204020204" charset="-122"/>
            </a:endParaRPr>
          </a:p>
          <a:p>
            <a:pPr algn="ctr">
              <a:lnSpc>
                <a:spcPct val="114000"/>
              </a:lnSpc>
              <a:buNone/>
              <a:defRPr sz="2175" b="1">
                <a:solidFill>
                  <a:srgbClr val="C84F00"/>
                </a:solidFill>
                <a:latin typeface="微软雅黑" panose="020B0503020204020204" charset="-122"/>
                <a:ea typeface="微软雅黑" panose="020B0503020204020204" charset="-122"/>
                <a:cs typeface="微软雅黑" panose="020B0503020204020204" charset="-122"/>
              </a:defRPr>
            </a:pPr>
            <a:r>
              <a:rPr sz="2175" b="1">
                <a:solidFill>
                  <a:srgbClr val="C84F00"/>
                </a:solidFill>
                <a:cs typeface="微软雅黑" panose="020B0503020204020204" charset="-122"/>
              </a:rPr>
              <a:t>表达感受与展望</a:t>
            </a:r>
            <a:endParaRPr sz="2175" b="1">
              <a:solidFill>
                <a:srgbClr val="C84F00"/>
              </a:solidFill>
              <a:cs typeface="微软雅黑" panose="020B0503020204020204" charset="-122"/>
            </a:endParaRPr>
          </a:p>
        </p:txBody>
      </p:sp>
      <p:sp>
        <p:nvSpPr>
          <p:cNvPr id="18" name="矩形 17"/>
          <p:cNvSpPr>
            <a:spLocks noGrp="1"/>
          </p:cNvSpPr>
          <p:nvPr/>
        </p:nvSpPr>
        <p:spPr>
          <a:xfrm>
            <a:off x="8324850" y="3771900"/>
            <a:ext cx="2476500" cy="1028700"/>
          </a:xfrm>
          <a:prstGeom prst="rect">
            <a:avLst/>
          </a:prstGeom>
          <a:noFill/>
          <a:ln w="0">
            <a:noFill/>
            <a:prstDash val="solid"/>
          </a:ln>
        </p:spPr>
        <p:txBody>
          <a:bodyPr/>
          <a:lstStyle/>
          <a:p>
            <a:pPr algn="l">
              <a:lnSpc>
                <a:spcPct val="118000"/>
              </a:lnSpc>
              <a:buNone/>
              <a:defRPr sz="1725" b="0">
                <a:solidFill>
                  <a:srgbClr val="22160F"/>
                </a:solidFill>
                <a:latin typeface="微软雅黑" panose="020B0503020204020204" charset="-122"/>
                <a:ea typeface="微软雅黑" panose="020B0503020204020204" charset="-122"/>
                <a:cs typeface="微软雅黑" panose="020B0503020204020204" charset="-122"/>
              </a:defRPr>
            </a:pPr>
            <a:r>
              <a:rPr sz="1725" b="0">
                <a:solidFill>
                  <a:srgbClr val="22160F"/>
                </a:solidFill>
                <a:cs typeface="微软雅黑" panose="020B0503020204020204" charset="-122"/>
              </a:rPr>
              <a:t>总结全文，点明变化意义，表达对未来的期待，完成正能量升华。</a:t>
            </a:r>
            <a:endParaRPr sz="1725" b="0">
              <a:solidFill>
                <a:srgbClr val="22160F"/>
              </a:solidFill>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开头段：引入话题</a:t>
            </a:r>
            <a:endParaRPr sz="2925" b="1">
              <a:solidFill>
                <a:srgbClr val="0F0A06"/>
              </a:solidFill>
              <a:cs typeface="微软雅黑" panose="020B0503020204020204" charset="-122"/>
            </a:endParaRPr>
          </a:p>
        </p:txBody>
      </p:sp>
      <p:sp>
        <p:nvSpPr>
          <p:cNvPr id="4" name="圆角矩形 3"/>
          <p:cNvSpPr>
            <a:spLocks noGrp="1"/>
          </p:cNvSpPr>
          <p:nvPr/>
        </p:nvSpPr>
        <p:spPr>
          <a:xfrm>
            <a:off x="876300" y="1676400"/>
            <a:ext cx="10439400" cy="3486150"/>
          </a:xfrm>
          <a:prstGeom prst="roundRect">
            <a:avLst>
              <a:gd name="adj" fmla="val 3825"/>
            </a:avLst>
          </a:prstGeom>
          <a:solidFill>
            <a:srgbClr val="FFF8EF"/>
          </a:solidFill>
          <a:ln w="13335">
            <a:solidFill>
              <a:srgbClr val="FFB46C"/>
            </a:solidFill>
            <a:prstDash val="solid"/>
          </a:ln>
        </p:spPr>
      </p:sp>
      <p:sp>
        <p:nvSpPr>
          <p:cNvPr id="5" name="圆角矩形 4"/>
          <p:cNvSpPr>
            <a:spLocks noGrp="1"/>
          </p:cNvSpPr>
          <p:nvPr/>
        </p:nvSpPr>
        <p:spPr>
          <a:xfrm>
            <a:off x="1181100" y="2000250"/>
            <a:ext cx="1257300" cy="476250"/>
          </a:xfrm>
          <a:prstGeom prst="roundRect">
            <a:avLst>
              <a:gd name="adj" fmla="val 26087"/>
            </a:avLst>
          </a:prstGeom>
          <a:solidFill>
            <a:srgbClr val="FF7A12"/>
          </a:solidFill>
          <a:ln w="9525">
            <a:solidFill>
              <a:srgbClr val="FF7A12"/>
            </a:solidFill>
            <a:prstDash val="solid"/>
          </a:ln>
        </p:spPr>
      </p:sp>
      <p:sp>
        <p:nvSpPr>
          <p:cNvPr id="6" name="矩形 5"/>
          <p:cNvSpPr>
            <a:spLocks noGrp="1"/>
          </p:cNvSpPr>
          <p:nvPr/>
        </p:nvSpPr>
        <p:spPr>
          <a:xfrm>
            <a:off x="1257300" y="2085975"/>
            <a:ext cx="1104900" cy="3238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对应逻辑</a:t>
            </a:r>
            <a:endParaRPr sz="1575" b="1">
              <a:solidFill>
                <a:srgbClr val="FFFFFF"/>
              </a:solidFill>
              <a:cs typeface="微软雅黑" panose="020B0503020204020204" charset="-122"/>
            </a:endParaRPr>
          </a:p>
        </p:txBody>
      </p:sp>
      <p:sp>
        <p:nvSpPr>
          <p:cNvPr id="7" name="矩形 6"/>
          <p:cNvSpPr>
            <a:spLocks noGrp="1"/>
          </p:cNvSpPr>
          <p:nvPr/>
        </p:nvSpPr>
        <p:spPr>
          <a:xfrm>
            <a:off x="2781300" y="1962150"/>
            <a:ext cx="7810500" cy="514350"/>
          </a:xfrm>
          <a:prstGeom prst="rect">
            <a:avLst/>
          </a:prstGeom>
          <a:noFill/>
          <a:ln w="0">
            <a:noFill/>
            <a:prstDash val="solid"/>
          </a:ln>
        </p:spPr>
        <p:txBody>
          <a:bodyPr/>
          <a:lstStyle/>
          <a:p>
            <a:pPr algn="l">
              <a:lnSpc>
                <a:spcPct val="112000"/>
              </a:lnSpc>
              <a:buNone/>
              <a:defRPr sz="1875" b="0">
                <a:solidFill>
                  <a:srgbClr val="22160F"/>
                </a:solidFill>
                <a:latin typeface="微软雅黑" panose="020B0503020204020204" charset="-122"/>
                <a:ea typeface="微软雅黑" panose="020B0503020204020204" charset="-122"/>
                <a:cs typeface="微软雅黑" panose="020B0503020204020204" charset="-122"/>
              </a:defRPr>
            </a:pPr>
            <a:r>
              <a:rPr sz="1875" b="0">
                <a:solidFill>
                  <a:srgbClr val="22160F"/>
                </a:solidFill>
                <a:cs typeface="微软雅黑" panose="020B0503020204020204" charset="-122"/>
              </a:rPr>
              <a:t>总起全文，直接点明写作对象的核心变化，呼应标题，可融入现在完成时奠定全文基调。</a:t>
            </a:r>
            <a:endParaRPr sz="1875" b="0">
              <a:solidFill>
                <a:srgbClr val="22160F"/>
              </a:solidFill>
              <a:cs typeface="微软雅黑" panose="020B0503020204020204" charset="-122"/>
            </a:endParaRPr>
          </a:p>
        </p:txBody>
      </p:sp>
      <p:sp>
        <p:nvSpPr>
          <p:cNvPr id="8" name="圆角矩形 7"/>
          <p:cNvSpPr>
            <a:spLocks noGrp="1"/>
          </p:cNvSpPr>
          <p:nvPr/>
        </p:nvSpPr>
        <p:spPr>
          <a:xfrm>
            <a:off x="1181100" y="2895600"/>
            <a:ext cx="1428750" cy="427355"/>
          </a:xfrm>
          <a:prstGeom prst="roundRect">
            <a:avLst>
              <a:gd name="adj" fmla="val 50000"/>
            </a:avLst>
          </a:prstGeom>
          <a:solidFill>
            <a:srgbClr val="FFE3BD"/>
          </a:solidFill>
          <a:ln w="11430">
            <a:solidFill>
              <a:srgbClr val="FF7A12"/>
            </a:solidFill>
            <a:prstDash val="solid"/>
          </a:ln>
        </p:spPr>
      </p:sp>
      <p:sp>
        <p:nvSpPr>
          <p:cNvPr id="9" name="矩形 8"/>
          <p:cNvSpPr>
            <a:spLocks noGrp="1"/>
          </p:cNvSpPr>
          <p:nvPr/>
        </p:nvSpPr>
        <p:spPr>
          <a:xfrm>
            <a:off x="1276350" y="2971800"/>
            <a:ext cx="1238250" cy="190500"/>
          </a:xfrm>
          <a:prstGeom prst="rect">
            <a:avLst/>
          </a:prstGeom>
          <a:noFill/>
          <a:ln w="0">
            <a:noFill/>
            <a:prstDash val="solid"/>
          </a:ln>
        </p:spPr>
        <p:txBody>
          <a:bodyPr/>
          <a:lstStyle/>
          <a:p>
            <a:pPr algn="ctr">
              <a:lnSpc>
                <a:spcPct val="100000"/>
              </a:lnSpc>
              <a:buNone/>
              <a:defRPr sz="1275" b="1">
                <a:solidFill>
                  <a:srgbClr val="C84F00"/>
                </a:solidFill>
                <a:latin typeface="微软雅黑" panose="020B0503020204020204" charset="-122"/>
                <a:ea typeface="微软雅黑" panose="020B0503020204020204" charset="-122"/>
                <a:cs typeface="微软雅黑" panose="020B0503020204020204" charset="-122"/>
              </a:defRPr>
            </a:pPr>
            <a:r>
              <a:rPr sz="1275" b="1">
                <a:solidFill>
                  <a:srgbClr val="C84F00"/>
                </a:solidFill>
                <a:cs typeface="微软雅黑" panose="020B0503020204020204" charset="-122"/>
              </a:rPr>
              <a:t>参考框架</a:t>
            </a:r>
            <a:endParaRPr sz="1275" b="1">
              <a:solidFill>
                <a:srgbClr val="C84F00"/>
              </a:solidFill>
              <a:cs typeface="微软雅黑" panose="020B0503020204020204" charset="-122"/>
            </a:endParaRPr>
          </a:p>
        </p:txBody>
      </p:sp>
      <p:sp>
        <p:nvSpPr>
          <p:cNvPr id="10" name="矩形 9"/>
          <p:cNvSpPr>
            <a:spLocks noGrp="1"/>
          </p:cNvSpPr>
          <p:nvPr/>
        </p:nvSpPr>
        <p:spPr>
          <a:xfrm>
            <a:off x="1181100" y="3448050"/>
            <a:ext cx="9144000" cy="438150"/>
          </a:xfrm>
          <a:prstGeom prst="rect">
            <a:avLst/>
          </a:prstGeom>
          <a:noFill/>
          <a:ln w="0">
            <a:noFill/>
            <a:prstDash val="solid"/>
          </a:ln>
        </p:spPr>
        <p:txBody>
          <a:bodyPr/>
          <a:lstStyle/>
          <a:p>
            <a:pPr algn="l">
              <a:lnSpc>
                <a:spcPct val="108000"/>
              </a:lnSpc>
              <a:buNone/>
              <a:defRPr sz="2100" b="0">
                <a:solidFill>
                  <a:srgbClr val="5A2D16"/>
                </a:solidFill>
                <a:latin typeface="微软雅黑" panose="020B0503020204020204" charset="-122"/>
                <a:ea typeface="微软雅黑" panose="020B0503020204020204" charset="-122"/>
                <a:cs typeface="微软雅黑" panose="020B0503020204020204" charset="-122"/>
              </a:defRPr>
            </a:pPr>
            <a:r>
              <a:rPr sz="2100" b="0">
                <a:solidFill>
                  <a:srgbClr val="5A2D16"/>
                </a:solidFill>
              </a:rPr>
              <a:t>过去的十几年里，我的家乡 / 我的生活 / 身边的环境发生了巨大的变化。</a:t>
            </a:r>
            <a:endParaRPr sz="2100" b="0">
              <a:solidFill>
                <a:srgbClr val="5A2D16"/>
              </a:solidFill>
            </a:endParaRPr>
          </a:p>
        </p:txBody>
      </p:sp>
      <p:sp>
        <p:nvSpPr>
          <p:cNvPr id="11" name="矩形 10"/>
          <p:cNvSpPr>
            <a:spLocks noGrp="1"/>
          </p:cNvSpPr>
          <p:nvPr/>
        </p:nvSpPr>
        <p:spPr>
          <a:xfrm>
            <a:off x="1181100" y="3886200"/>
            <a:ext cx="9144000" cy="781050"/>
          </a:xfrm>
          <a:prstGeom prst="rect">
            <a:avLst/>
          </a:prstGeom>
          <a:noFill/>
          <a:ln w="0">
            <a:noFill/>
            <a:prstDash val="solid"/>
          </a:ln>
        </p:spPr>
        <p:txBody>
          <a:bodyPr/>
          <a:lstStyle/>
          <a:p>
            <a:pPr algn="l">
              <a:lnSpc>
                <a:spcPct val="108000"/>
              </a:lnSpc>
              <a:buNone/>
              <a:defRPr sz="2100" b="1">
                <a:solidFill>
                  <a:srgbClr val="22160F"/>
                </a:solidFill>
                <a:latin typeface="微软雅黑" panose="020B0503020204020204" charset="-122"/>
                <a:ea typeface="微软雅黑" panose="020B0503020204020204" charset="-122"/>
                <a:cs typeface="微软雅黑" panose="020B0503020204020204" charset="-122"/>
              </a:defRPr>
            </a:pPr>
            <a:r>
              <a:rPr sz="2100" b="1">
                <a:solidFill>
                  <a:srgbClr val="22160F"/>
                </a:solidFill>
                <a:cs typeface="微软雅黑" panose="020B0503020204020204" charset="-122"/>
              </a:rPr>
              <a:t>Great changes ______ (take place) in my hometown / my life / the environment around me in the past few years.</a:t>
            </a:r>
            <a:endParaRPr sz="2100" b="1">
              <a:solidFill>
                <a:srgbClr val="22160F"/>
              </a:solidFill>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 name="图片 1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正文段：细节对比</a:t>
            </a:r>
            <a:endParaRPr sz="2925" b="1">
              <a:solidFill>
                <a:srgbClr val="0F0A06"/>
              </a:solidFill>
              <a:cs typeface="微软雅黑" panose="020B0503020204020204" charset="-122"/>
            </a:endParaRPr>
          </a:p>
        </p:txBody>
      </p:sp>
      <p:sp>
        <p:nvSpPr>
          <p:cNvPr id="4" name="圆角矩形 3"/>
          <p:cNvSpPr>
            <a:spLocks noGrp="1"/>
          </p:cNvSpPr>
          <p:nvPr/>
        </p:nvSpPr>
        <p:spPr>
          <a:xfrm>
            <a:off x="876300" y="1581150"/>
            <a:ext cx="10439400" cy="4295775"/>
          </a:xfrm>
          <a:prstGeom prst="roundRect">
            <a:avLst>
              <a:gd name="adj" fmla="val 3365"/>
            </a:avLst>
          </a:prstGeom>
          <a:solidFill>
            <a:srgbClr val="FFFAF4"/>
          </a:solidFill>
          <a:ln w="13335">
            <a:solidFill>
              <a:srgbClr val="FFB46C"/>
            </a:solidFill>
            <a:prstDash val="solid"/>
          </a:ln>
        </p:spPr>
      </p:sp>
      <p:sp>
        <p:nvSpPr>
          <p:cNvPr id="5" name="圆角矩形 4"/>
          <p:cNvSpPr>
            <a:spLocks noGrp="1"/>
          </p:cNvSpPr>
          <p:nvPr/>
        </p:nvSpPr>
        <p:spPr>
          <a:xfrm>
            <a:off x="1162050" y="1885950"/>
            <a:ext cx="1257300" cy="438150"/>
          </a:xfrm>
          <a:prstGeom prst="roundRect">
            <a:avLst>
              <a:gd name="adj" fmla="val 26087"/>
            </a:avLst>
          </a:prstGeom>
          <a:solidFill>
            <a:srgbClr val="FF7A12"/>
          </a:solidFill>
          <a:ln w="9525">
            <a:solidFill>
              <a:srgbClr val="FF7A12"/>
            </a:solidFill>
            <a:prstDash val="solid"/>
          </a:ln>
        </p:spPr>
      </p:sp>
      <p:sp>
        <p:nvSpPr>
          <p:cNvPr id="6" name="矩形 5"/>
          <p:cNvSpPr>
            <a:spLocks noGrp="1"/>
          </p:cNvSpPr>
          <p:nvPr/>
        </p:nvSpPr>
        <p:spPr>
          <a:xfrm>
            <a:off x="1238250" y="1971675"/>
            <a:ext cx="1104900" cy="3238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对应逻辑</a:t>
            </a:r>
            <a:endParaRPr sz="1575" b="1">
              <a:solidFill>
                <a:srgbClr val="FFFFFF"/>
              </a:solidFill>
              <a:cs typeface="微软雅黑" panose="020B0503020204020204" charset="-122"/>
            </a:endParaRPr>
          </a:p>
        </p:txBody>
      </p:sp>
      <p:sp>
        <p:nvSpPr>
          <p:cNvPr id="7" name="矩形 6"/>
          <p:cNvSpPr>
            <a:spLocks noGrp="1"/>
          </p:cNvSpPr>
          <p:nvPr/>
        </p:nvSpPr>
        <p:spPr>
          <a:xfrm>
            <a:off x="2781300" y="1866900"/>
            <a:ext cx="7953375" cy="571500"/>
          </a:xfrm>
          <a:prstGeom prst="rect">
            <a:avLst/>
          </a:prstGeom>
          <a:noFill/>
          <a:ln w="0">
            <a:noFill/>
            <a:prstDash val="solid"/>
          </a:ln>
        </p:spPr>
        <p:txBody>
          <a:bodyPr/>
          <a:lstStyle/>
          <a:p>
            <a:pPr algn="l">
              <a:lnSpc>
                <a:spcPct val="112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rPr>
              <a:t>用“过去 vs 现在”的结构，分 2-3 个维度写具体变化，贴合单元课文内容，同步运用核心语法与句型。</a:t>
            </a:r>
            <a:endParaRPr sz="1800" b="0">
              <a:solidFill>
                <a:srgbClr val="22160F"/>
              </a:solidFill>
            </a:endParaRPr>
          </a:p>
        </p:txBody>
      </p:sp>
      <p:sp>
        <p:nvSpPr>
          <p:cNvPr id="8" name="圆角矩形 7"/>
          <p:cNvSpPr>
            <a:spLocks noGrp="1"/>
          </p:cNvSpPr>
          <p:nvPr/>
        </p:nvSpPr>
        <p:spPr>
          <a:xfrm>
            <a:off x="1219200" y="2914650"/>
            <a:ext cx="2914650" cy="2596515"/>
          </a:xfrm>
          <a:prstGeom prst="roundRect">
            <a:avLst>
              <a:gd name="adj" fmla="val 6364"/>
            </a:avLst>
          </a:prstGeom>
          <a:solidFill>
            <a:srgbClr val="FFFFFF"/>
          </a:solidFill>
          <a:ln w="13335">
            <a:solidFill>
              <a:srgbClr val="FFD0A0"/>
            </a:solidFill>
            <a:prstDash val="solid"/>
          </a:ln>
        </p:spPr>
      </p:sp>
      <p:sp>
        <p:nvSpPr>
          <p:cNvPr id="9" name="圆角矩形 8"/>
          <p:cNvSpPr>
            <a:spLocks noGrp="1"/>
          </p:cNvSpPr>
          <p:nvPr/>
        </p:nvSpPr>
        <p:spPr>
          <a:xfrm>
            <a:off x="1447800" y="3143250"/>
            <a:ext cx="1066800" cy="361950"/>
          </a:xfrm>
          <a:prstGeom prst="roundRect">
            <a:avLst>
              <a:gd name="adj" fmla="val 31579"/>
            </a:avLst>
          </a:prstGeom>
          <a:solidFill>
            <a:srgbClr val="FF7A12"/>
          </a:solidFill>
          <a:ln w="9525">
            <a:solidFill>
              <a:srgbClr val="FF7A12"/>
            </a:solidFill>
            <a:prstDash val="solid"/>
          </a:ln>
        </p:spPr>
      </p:sp>
      <p:sp>
        <p:nvSpPr>
          <p:cNvPr id="10" name="矩形 9"/>
          <p:cNvSpPr>
            <a:spLocks noGrp="1"/>
          </p:cNvSpPr>
          <p:nvPr/>
        </p:nvSpPr>
        <p:spPr>
          <a:xfrm>
            <a:off x="1524000" y="3157220"/>
            <a:ext cx="914400" cy="2476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rPr>
              <a:t>① 过去</a:t>
            </a:r>
            <a:endParaRPr sz="1575" b="1">
              <a:solidFill>
                <a:srgbClr val="FFFFFF"/>
              </a:solidFill>
            </a:endParaRPr>
          </a:p>
        </p:txBody>
      </p:sp>
      <p:sp>
        <p:nvSpPr>
          <p:cNvPr id="11" name="矩形 10"/>
          <p:cNvSpPr>
            <a:spLocks noGrp="1"/>
          </p:cNvSpPr>
          <p:nvPr/>
        </p:nvSpPr>
        <p:spPr>
          <a:xfrm>
            <a:off x="1504950" y="3733800"/>
            <a:ext cx="2343150" cy="990600"/>
          </a:xfrm>
          <a:prstGeom prst="rect">
            <a:avLst/>
          </a:prstGeom>
          <a:noFill/>
          <a:ln w="0">
            <a:noFill/>
            <a:prstDash val="solid"/>
          </a:ln>
        </p:spPr>
        <p:txBody>
          <a:bodyPr/>
          <a:lstStyle/>
          <a:p>
            <a:pPr algn="l">
              <a:lnSpc>
                <a:spcPct val="116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rPr>
              <a:t>这里 / 我……</a:t>
            </a:r>
            <a:endParaRPr sz="1575" b="0">
              <a:solidFill>
                <a:srgbClr val="22160F"/>
              </a:solidFill>
            </a:endParaRPr>
          </a:p>
          <a:p>
            <a:pPr algn="l">
              <a:lnSpc>
                <a:spcPct val="116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rPr>
              <a:t>used to do + 一般过去时</a:t>
            </a:r>
            <a:endParaRPr lang="en-US" sz="1575" b="0">
              <a:solidFill>
                <a:srgbClr val="22160F"/>
              </a:solidFill>
            </a:endParaRPr>
          </a:p>
          <a:p>
            <a:pPr algn="l">
              <a:lnSpc>
                <a:spcPct val="116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rPr>
              <a:t>写交通、环境、生活设施、学习方式等过去状态</a:t>
            </a:r>
            <a:endParaRPr sz="1575" b="0">
              <a:solidFill>
                <a:srgbClr val="22160F"/>
              </a:solidFill>
            </a:endParaRPr>
          </a:p>
        </p:txBody>
      </p:sp>
      <p:sp>
        <p:nvSpPr>
          <p:cNvPr id="12" name="圆角矩形 11"/>
          <p:cNvSpPr>
            <a:spLocks noGrp="1"/>
          </p:cNvSpPr>
          <p:nvPr/>
        </p:nvSpPr>
        <p:spPr>
          <a:xfrm>
            <a:off x="4514850" y="2914650"/>
            <a:ext cx="2914650" cy="2611120"/>
          </a:xfrm>
          <a:prstGeom prst="roundRect">
            <a:avLst>
              <a:gd name="adj" fmla="val 6364"/>
            </a:avLst>
          </a:prstGeom>
          <a:solidFill>
            <a:srgbClr val="FFF3E1"/>
          </a:solidFill>
          <a:ln w="13335">
            <a:solidFill>
              <a:srgbClr val="FFD0A0"/>
            </a:solidFill>
            <a:prstDash val="solid"/>
          </a:ln>
        </p:spPr>
      </p:sp>
      <p:sp>
        <p:nvSpPr>
          <p:cNvPr id="13" name="圆角矩形 12"/>
          <p:cNvSpPr>
            <a:spLocks noGrp="1"/>
          </p:cNvSpPr>
          <p:nvPr/>
        </p:nvSpPr>
        <p:spPr>
          <a:xfrm>
            <a:off x="4743450" y="3143250"/>
            <a:ext cx="1066800" cy="361950"/>
          </a:xfrm>
          <a:prstGeom prst="roundRect">
            <a:avLst>
              <a:gd name="adj" fmla="val 31579"/>
            </a:avLst>
          </a:prstGeom>
          <a:solidFill>
            <a:srgbClr val="FF7A12"/>
          </a:solidFill>
          <a:ln w="9525">
            <a:solidFill>
              <a:srgbClr val="FF7A12"/>
            </a:solidFill>
            <a:prstDash val="solid"/>
          </a:ln>
        </p:spPr>
      </p:sp>
      <p:sp>
        <p:nvSpPr>
          <p:cNvPr id="14" name="矩形 13"/>
          <p:cNvSpPr>
            <a:spLocks noGrp="1"/>
          </p:cNvSpPr>
          <p:nvPr/>
        </p:nvSpPr>
        <p:spPr>
          <a:xfrm>
            <a:off x="4819650" y="3157220"/>
            <a:ext cx="914400" cy="2476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rPr>
              <a:t>② 现在</a:t>
            </a:r>
            <a:endParaRPr sz="1575" b="1">
              <a:solidFill>
                <a:srgbClr val="FFFFFF"/>
              </a:solidFill>
            </a:endParaRPr>
          </a:p>
        </p:txBody>
      </p:sp>
      <p:sp>
        <p:nvSpPr>
          <p:cNvPr id="15" name="矩形 14"/>
          <p:cNvSpPr>
            <a:spLocks noGrp="1"/>
          </p:cNvSpPr>
          <p:nvPr/>
        </p:nvSpPr>
        <p:spPr>
          <a:xfrm>
            <a:off x="4800600" y="3733800"/>
            <a:ext cx="2343150" cy="990600"/>
          </a:xfrm>
          <a:prstGeom prst="rect">
            <a:avLst/>
          </a:prstGeom>
          <a:noFill/>
          <a:ln w="0">
            <a:noFill/>
            <a:prstDash val="solid"/>
          </a:ln>
        </p:spPr>
        <p:txBody>
          <a:bodyPr/>
          <a:lstStyle/>
          <a:p>
            <a:pPr algn="l">
              <a:lnSpc>
                <a:spcPct val="116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rPr>
              <a:t>但是现在，一切都变了。</a:t>
            </a:r>
            <a:endParaRPr sz="1575" b="0">
              <a:solidFill>
                <a:srgbClr val="22160F"/>
              </a:solidFill>
            </a:endParaRPr>
          </a:p>
          <a:p>
            <a:pPr algn="l">
              <a:lnSpc>
                <a:spcPct val="116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rPr>
              <a:t>现在完成时 + 一般现在时</a:t>
            </a:r>
            <a:endParaRPr sz="1575" b="0">
              <a:solidFill>
                <a:srgbClr val="22160F"/>
              </a:solidFill>
            </a:endParaRPr>
          </a:p>
          <a:p>
            <a:pPr algn="l">
              <a:lnSpc>
                <a:spcPct val="116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rPr>
              <a:t>可融入 make it + adj. for sb. to do</a:t>
            </a:r>
            <a:endParaRPr sz="1575" b="0">
              <a:solidFill>
                <a:srgbClr val="22160F"/>
              </a:solidFill>
            </a:endParaRPr>
          </a:p>
        </p:txBody>
      </p:sp>
      <p:sp>
        <p:nvSpPr>
          <p:cNvPr id="16" name="圆角矩形 15"/>
          <p:cNvSpPr>
            <a:spLocks noGrp="1"/>
          </p:cNvSpPr>
          <p:nvPr/>
        </p:nvSpPr>
        <p:spPr>
          <a:xfrm>
            <a:off x="7810500" y="2914650"/>
            <a:ext cx="2914650" cy="2611120"/>
          </a:xfrm>
          <a:prstGeom prst="roundRect">
            <a:avLst>
              <a:gd name="adj" fmla="val 6364"/>
            </a:avLst>
          </a:prstGeom>
          <a:solidFill>
            <a:srgbClr val="FFFFFF"/>
          </a:solidFill>
          <a:ln w="13335">
            <a:solidFill>
              <a:srgbClr val="FFD0A0"/>
            </a:solidFill>
            <a:prstDash val="solid"/>
          </a:ln>
        </p:spPr>
      </p:sp>
      <p:sp>
        <p:nvSpPr>
          <p:cNvPr id="17" name="圆角矩形 16"/>
          <p:cNvSpPr>
            <a:spLocks noGrp="1"/>
          </p:cNvSpPr>
          <p:nvPr/>
        </p:nvSpPr>
        <p:spPr>
          <a:xfrm>
            <a:off x="8039100" y="3143250"/>
            <a:ext cx="1066800" cy="361950"/>
          </a:xfrm>
          <a:prstGeom prst="roundRect">
            <a:avLst>
              <a:gd name="adj" fmla="val 31579"/>
            </a:avLst>
          </a:prstGeom>
          <a:solidFill>
            <a:srgbClr val="FF7A12"/>
          </a:solidFill>
          <a:ln w="9525">
            <a:solidFill>
              <a:srgbClr val="FF7A12"/>
            </a:solidFill>
            <a:prstDash val="solid"/>
          </a:ln>
        </p:spPr>
      </p:sp>
      <p:sp>
        <p:nvSpPr>
          <p:cNvPr id="18" name="矩形 17"/>
          <p:cNvSpPr>
            <a:spLocks noGrp="1"/>
          </p:cNvSpPr>
          <p:nvPr/>
        </p:nvSpPr>
        <p:spPr>
          <a:xfrm>
            <a:off x="8043545" y="3162300"/>
            <a:ext cx="914400" cy="247650"/>
          </a:xfrm>
          <a:prstGeom prst="rect">
            <a:avLst/>
          </a:prstGeom>
          <a:noFill/>
          <a:ln w="0">
            <a:noFill/>
            <a:prstDash val="solid"/>
          </a:ln>
        </p:spPr>
        <p:txBody>
          <a:bodyPr/>
          <a:lstStyle/>
          <a:p>
            <a:pPr algn="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rPr>
              <a:t>③ 影响</a:t>
            </a:r>
            <a:endParaRPr sz="1575" b="1">
              <a:solidFill>
                <a:srgbClr val="FFFFFF"/>
              </a:solidFill>
            </a:endParaRPr>
          </a:p>
        </p:txBody>
      </p:sp>
      <p:sp>
        <p:nvSpPr>
          <p:cNvPr id="19" name="矩形 18"/>
          <p:cNvSpPr>
            <a:spLocks noGrp="1"/>
          </p:cNvSpPr>
          <p:nvPr/>
        </p:nvSpPr>
        <p:spPr>
          <a:xfrm>
            <a:off x="8096250" y="3733800"/>
            <a:ext cx="2343150" cy="990600"/>
          </a:xfrm>
          <a:prstGeom prst="rect">
            <a:avLst/>
          </a:prstGeom>
          <a:noFill/>
          <a:ln w="0">
            <a:noFill/>
            <a:prstDash val="solid"/>
          </a:ln>
        </p:spPr>
        <p:txBody>
          <a:bodyPr/>
          <a:lstStyle/>
          <a:p>
            <a:pPr algn="l">
              <a:lnSpc>
                <a:spcPct val="116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cs typeface="微软雅黑" panose="020B0503020204020204" charset="-122"/>
              </a:rPr>
              <a:t>变化带来的具体影响</a:t>
            </a:r>
            <a:endParaRPr sz="1575" b="0">
              <a:solidFill>
                <a:srgbClr val="22160F"/>
              </a:solidFill>
              <a:cs typeface="微软雅黑" panose="020B0503020204020204" charset="-122"/>
            </a:endParaRPr>
          </a:p>
          <a:p>
            <a:pPr algn="l">
              <a:lnSpc>
                <a:spcPct val="116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cs typeface="微软雅黑" panose="020B0503020204020204" charset="-122"/>
              </a:rPr>
              <a:t>生活便利、环境改善、经济发展等</a:t>
            </a:r>
            <a:endParaRPr sz="1575" b="0">
              <a:solidFill>
                <a:srgbClr val="22160F"/>
              </a:solidFill>
              <a:cs typeface="微软雅黑" panose="020B0503020204020204" charset="-122"/>
            </a:endParaRPr>
          </a:p>
          <a:p>
            <a:pPr algn="l">
              <a:lnSpc>
                <a:spcPct val="116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1575" b="0">
                <a:solidFill>
                  <a:srgbClr val="22160F"/>
                </a:solidFill>
                <a:cs typeface="微软雅黑" panose="020B0503020204020204" charset="-122"/>
              </a:rPr>
              <a:t>让主题有落点</a:t>
            </a:r>
            <a:endParaRPr sz="1575" b="0">
              <a:solidFill>
                <a:srgbClr val="22160F"/>
              </a:solidFill>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结尾段：升华主题</a:t>
            </a:r>
            <a:endParaRPr sz="2925" b="1">
              <a:solidFill>
                <a:srgbClr val="0F0A06"/>
              </a:solidFill>
              <a:cs typeface="微软雅黑" panose="020B0503020204020204" charset="-122"/>
            </a:endParaRPr>
          </a:p>
        </p:txBody>
      </p:sp>
      <p:sp>
        <p:nvSpPr>
          <p:cNvPr id="4" name="圆角矩形 3"/>
          <p:cNvSpPr>
            <a:spLocks noGrp="1"/>
          </p:cNvSpPr>
          <p:nvPr/>
        </p:nvSpPr>
        <p:spPr>
          <a:xfrm>
            <a:off x="876300" y="1695450"/>
            <a:ext cx="10439400" cy="3448050"/>
          </a:xfrm>
          <a:prstGeom prst="roundRect">
            <a:avLst>
              <a:gd name="adj" fmla="val 3867"/>
            </a:avLst>
          </a:prstGeom>
          <a:solidFill>
            <a:srgbClr val="FFF8EF"/>
          </a:solidFill>
          <a:ln w="13335">
            <a:solidFill>
              <a:srgbClr val="FFB46C"/>
            </a:solidFill>
            <a:prstDash val="solid"/>
          </a:ln>
        </p:spPr>
      </p:sp>
      <p:sp>
        <p:nvSpPr>
          <p:cNvPr id="5" name="圆角矩形 4"/>
          <p:cNvSpPr>
            <a:spLocks noGrp="1"/>
          </p:cNvSpPr>
          <p:nvPr/>
        </p:nvSpPr>
        <p:spPr>
          <a:xfrm>
            <a:off x="1181100" y="2019300"/>
            <a:ext cx="1257300" cy="438150"/>
          </a:xfrm>
          <a:prstGeom prst="roundRect">
            <a:avLst>
              <a:gd name="adj" fmla="val 26087"/>
            </a:avLst>
          </a:prstGeom>
          <a:solidFill>
            <a:srgbClr val="FF7A12"/>
          </a:solidFill>
          <a:ln w="9525">
            <a:solidFill>
              <a:srgbClr val="FF7A12"/>
            </a:solidFill>
            <a:prstDash val="solid"/>
          </a:ln>
        </p:spPr>
      </p:sp>
      <p:sp>
        <p:nvSpPr>
          <p:cNvPr id="6" name="矩形 5"/>
          <p:cNvSpPr>
            <a:spLocks noGrp="1"/>
          </p:cNvSpPr>
          <p:nvPr/>
        </p:nvSpPr>
        <p:spPr>
          <a:xfrm>
            <a:off x="1257300" y="2105025"/>
            <a:ext cx="1104900" cy="3238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对应逻辑</a:t>
            </a:r>
            <a:endParaRPr sz="1575" b="1">
              <a:solidFill>
                <a:srgbClr val="FFFFFF"/>
              </a:solidFill>
              <a:cs typeface="微软雅黑" panose="020B0503020204020204" charset="-122"/>
            </a:endParaRPr>
          </a:p>
        </p:txBody>
      </p:sp>
      <p:sp>
        <p:nvSpPr>
          <p:cNvPr id="7" name="矩形 6"/>
          <p:cNvSpPr>
            <a:spLocks noGrp="1"/>
          </p:cNvSpPr>
          <p:nvPr/>
        </p:nvSpPr>
        <p:spPr>
          <a:xfrm>
            <a:off x="2781300" y="1981200"/>
            <a:ext cx="7620000" cy="533400"/>
          </a:xfrm>
          <a:prstGeom prst="rect">
            <a:avLst/>
          </a:prstGeom>
          <a:noFill/>
          <a:ln w="0">
            <a:noFill/>
            <a:prstDash val="solid"/>
          </a:ln>
        </p:spPr>
        <p:txBody>
          <a:bodyPr/>
          <a:lstStyle/>
          <a:p>
            <a:pPr algn="l">
              <a:lnSpc>
                <a:spcPct val="112000"/>
              </a:lnSpc>
              <a:buNone/>
              <a:defRPr sz="1875" b="0">
                <a:solidFill>
                  <a:srgbClr val="22160F"/>
                </a:solidFill>
                <a:latin typeface="微软雅黑" panose="020B0503020204020204" charset="-122"/>
                <a:ea typeface="微软雅黑" panose="020B0503020204020204" charset="-122"/>
                <a:cs typeface="微软雅黑" panose="020B0503020204020204" charset="-122"/>
              </a:defRPr>
            </a:pPr>
            <a:r>
              <a:rPr sz="1875" b="0">
                <a:solidFill>
                  <a:srgbClr val="22160F"/>
                </a:solidFill>
              </a:rPr>
              <a:t>总结全文，点明变化的意义，表达对未来的期待，贴合中考作文“正能量升华”的评分要求。</a:t>
            </a:r>
            <a:endParaRPr sz="1875" b="0">
              <a:solidFill>
                <a:srgbClr val="22160F"/>
              </a:solidFill>
            </a:endParaRPr>
          </a:p>
        </p:txBody>
      </p:sp>
      <p:sp>
        <p:nvSpPr>
          <p:cNvPr id="8" name="圆角矩形 7"/>
          <p:cNvSpPr>
            <a:spLocks noGrp="1"/>
          </p:cNvSpPr>
          <p:nvPr/>
        </p:nvSpPr>
        <p:spPr>
          <a:xfrm>
            <a:off x="1181100" y="3009900"/>
            <a:ext cx="1428750" cy="342900"/>
          </a:xfrm>
          <a:prstGeom prst="roundRect">
            <a:avLst>
              <a:gd name="adj" fmla="val 50000"/>
            </a:avLst>
          </a:prstGeom>
          <a:solidFill>
            <a:srgbClr val="FFE3BD"/>
          </a:solidFill>
          <a:ln w="11430">
            <a:solidFill>
              <a:srgbClr val="FF7A12"/>
            </a:solidFill>
            <a:prstDash val="solid"/>
          </a:ln>
        </p:spPr>
      </p:sp>
      <p:sp>
        <p:nvSpPr>
          <p:cNvPr id="9" name="矩形 8"/>
          <p:cNvSpPr>
            <a:spLocks noGrp="1"/>
          </p:cNvSpPr>
          <p:nvPr/>
        </p:nvSpPr>
        <p:spPr>
          <a:xfrm>
            <a:off x="1276350" y="3086100"/>
            <a:ext cx="1238250" cy="190500"/>
          </a:xfrm>
          <a:prstGeom prst="rect">
            <a:avLst/>
          </a:prstGeom>
          <a:noFill/>
          <a:ln w="0">
            <a:noFill/>
            <a:prstDash val="solid"/>
          </a:ln>
        </p:spPr>
        <p:txBody>
          <a:bodyPr/>
          <a:lstStyle/>
          <a:p>
            <a:pPr algn="ctr">
              <a:lnSpc>
                <a:spcPct val="100000"/>
              </a:lnSpc>
              <a:buNone/>
              <a:defRPr sz="1275" b="1">
                <a:solidFill>
                  <a:srgbClr val="C84F00"/>
                </a:solidFill>
                <a:latin typeface="微软雅黑" panose="020B0503020204020204" charset="-122"/>
                <a:ea typeface="微软雅黑" panose="020B0503020204020204" charset="-122"/>
                <a:cs typeface="微软雅黑" panose="020B0503020204020204" charset="-122"/>
              </a:defRPr>
            </a:pPr>
            <a:r>
              <a:rPr sz="1275" b="1">
                <a:solidFill>
                  <a:srgbClr val="C84F00"/>
                </a:solidFill>
                <a:cs typeface="微软雅黑" panose="020B0503020204020204" charset="-122"/>
              </a:rPr>
              <a:t>参考框架</a:t>
            </a:r>
            <a:endParaRPr sz="1275" b="1">
              <a:solidFill>
                <a:srgbClr val="C84F00"/>
              </a:solidFill>
              <a:cs typeface="微软雅黑" panose="020B0503020204020204" charset="-122"/>
            </a:endParaRPr>
          </a:p>
        </p:txBody>
      </p:sp>
      <p:sp>
        <p:nvSpPr>
          <p:cNvPr id="10" name="矩形 9"/>
          <p:cNvSpPr>
            <a:spLocks noGrp="1"/>
          </p:cNvSpPr>
          <p:nvPr/>
        </p:nvSpPr>
        <p:spPr>
          <a:xfrm>
            <a:off x="1181100" y="3543300"/>
            <a:ext cx="9144000" cy="457200"/>
          </a:xfrm>
          <a:prstGeom prst="rect">
            <a:avLst/>
          </a:prstGeom>
          <a:noFill/>
          <a:ln w="0">
            <a:noFill/>
            <a:prstDash val="solid"/>
          </a:ln>
        </p:spPr>
        <p:txBody>
          <a:bodyPr/>
          <a:lstStyle/>
          <a:p>
            <a:pPr algn="l">
              <a:lnSpc>
                <a:spcPct val="108000"/>
              </a:lnSpc>
              <a:buNone/>
              <a:defRPr sz="2100" b="0">
                <a:solidFill>
                  <a:srgbClr val="5A2D16"/>
                </a:solidFill>
                <a:latin typeface="微软雅黑" panose="020B0503020204020204" charset="-122"/>
                <a:ea typeface="微软雅黑" panose="020B0503020204020204" charset="-122"/>
                <a:cs typeface="微软雅黑" panose="020B0503020204020204" charset="-122"/>
              </a:defRPr>
            </a:pPr>
            <a:r>
              <a:rPr sz="2100" b="0">
                <a:solidFill>
                  <a:srgbClr val="5A2D16"/>
                </a:solidFill>
              </a:rPr>
              <a:t>这些变化让我的生活 / 家乡变得越来越好。我相信未来它会变得更加美好。</a:t>
            </a:r>
            <a:endParaRPr sz="2100" b="0">
              <a:solidFill>
                <a:srgbClr val="5A2D16"/>
              </a:solidFill>
            </a:endParaRPr>
          </a:p>
        </p:txBody>
      </p:sp>
      <p:sp>
        <p:nvSpPr>
          <p:cNvPr id="11" name="矩形 10"/>
          <p:cNvSpPr>
            <a:spLocks noGrp="1"/>
          </p:cNvSpPr>
          <p:nvPr/>
        </p:nvSpPr>
        <p:spPr>
          <a:xfrm>
            <a:off x="1181100" y="4000500"/>
            <a:ext cx="9144000" cy="742950"/>
          </a:xfrm>
          <a:prstGeom prst="rect">
            <a:avLst/>
          </a:prstGeom>
          <a:noFill/>
          <a:ln w="0">
            <a:noFill/>
            <a:prstDash val="solid"/>
          </a:ln>
        </p:spPr>
        <p:txBody>
          <a:bodyPr/>
          <a:lstStyle/>
          <a:p>
            <a:pPr algn="l">
              <a:lnSpc>
                <a:spcPct val="108000"/>
              </a:lnSpc>
              <a:buNone/>
              <a:defRPr sz="2100" b="1">
                <a:solidFill>
                  <a:srgbClr val="22160F"/>
                </a:solidFill>
                <a:latin typeface="微软雅黑" panose="020B0503020204020204" charset="-122"/>
                <a:ea typeface="微软雅黑" panose="020B0503020204020204" charset="-122"/>
                <a:cs typeface="微软雅黑" panose="020B0503020204020204" charset="-122"/>
              </a:defRPr>
            </a:pPr>
            <a:r>
              <a:rPr sz="2100" b="1">
                <a:solidFill>
                  <a:srgbClr val="22160F"/>
                </a:solidFill>
                <a:cs typeface="微软雅黑" panose="020B0503020204020204" charset="-122"/>
              </a:rPr>
              <a:t>These changes have made my life / my hometown better and better. I believe that it will become more wonderful in the future.</a:t>
            </a:r>
            <a:endParaRPr sz="2100" b="1">
              <a:solidFill>
                <a:srgbClr val="22160F"/>
              </a:solidFill>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 name="图片 22"/>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三、核心短语积累</a:t>
            </a:r>
            <a:endParaRPr sz="2925" b="1">
              <a:solidFill>
                <a:srgbClr val="0F0A06"/>
              </a:solidFill>
              <a:cs typeface="微软雅黑" panose="020B0503020204020204" charset="-122"/>
            </a:endParaRPr>
          </a:p>
        </p:txBody>
      </p:sp>
      <p:sp>
        <p:nvSpPr>
          <p:cNvPr id="4" name="圆角矩形 3"/>
          <p:cNvSpPr>
            <a:spLocks noGrp="1"/>
          </p:cNvSpPr>
          <p:nvPr/>
        </p:nvSpPr>
        <p:spPr>
          <a:xfrm>
            <a:off x="876300" y="1466850"/>
            <a:ext cx="10439400" cy="4400550"/>
          </a:xfrm>
          <a:prstGeom prst="roundRect">
            <a:avLst>
              <a:gd name="adj" fmla="val 3030"/>
            </a:avLst>
          </a:prstGeom>
          <a:solidFill>
            <a:srgbClr val="FFF8EF"/>
          </a:solidFill>
          <a:ln w="13335">
            <a:solidFill>
              <a:srgbClr val="FFB46C"/>
            </a:solidFill>
            <a:prstDash val="solid"/>
          </a:ln>
        </p:spPr>
      </p:sp>
      <p:sp>
        <p:nvSpPr>
          <p:cNvPr id="5" name="圆角矩形 4"/>
          <p:cNvSpPr>
            <a:spLocks noGrp="1"/>
          </p:cNvSpPr>
          <p:nvPr/>
        </p:nvSpPr>
        <p:spPr>
          <a:xfrm>
            <a:off x="1162050" y="1771650"/>
            <a:ext cx="1257300" cy="457200"/>
          </a:xfrm>
          <a:prstGeom prst="roundRect">
            <a:avLst>
              <a:gd name="adj" fmla="val 25000"/>
            </a:avLst>
          </a:prstGeom>
          <a:solidFill>
            <a:srgbClr val="FF7A12"/>
          </a:solidFill>
          <a:ln w="9525">
            <a:solidFill>
              <a:srgbClr val="FF7A12"/>
            </a:solidFill>
            <a:prstDash val="solid"/>
          </a:ln>
        </p:spPr>
      </p:sp>
      <p:sp>
        <p:nvSpPr>
          <p:cNvPr id="6" name="矩形 5"/>
          <p:cNvSpPr>
            <a:spLocks noGrp="1"/>
          </p:cNvSpPr>
          <p:nvPr/>
        </p:nvSpPr>
        <p:spPr>
          <a:xfrm>
            <a:off x="1238250" y="1857375"/>
            <a:ext cx="1104900" cy="34290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变化类</a:t>
            </a:r>
            <a:endParaRPr sz="1575" b="1">
              <a:solidFill>
                <a:srgbClr val="FFFFFF"/>
              </a:solidFill>
              <a:cs typeface="微软雅黑" panose="020B0503020204020204" charset="-122"/>
            </a:endParaRPr>
          </a:p>
        </p:txBody>
      </p:sp>
      <p:sp>
        <p:nvSpPr>
          <p:cNvPr id="7" name="椭圆 6"/>
          <p:cNvSpPr>
            <a:spLocks noGrp="1"/>
          </p:cNvSpPr>
          <p:nvPr/>
        </p:nvSpPr>
        <p:spPr>
          <a:xfrm>
            <a:off x="1428750" y="2343150"/>
            <a:ext cx="76200" cy="76200"/>
          </a:xfrm>
          <a:prstGeom prst="ellipse">
            <a:avLst/>
          </a:prstGeom>
          <a:solidFill>
            <a:srgbClr val="FF7A12"/>
          </a:solidFill>
          <a:ln w="0">
            <a:solidFill>
              <a:srgbClr val="FF7A12"/>
            </a:solidFill>
            <a:prstDash val="solid"/>
          </a:ln>
        </p:spPr>
      </p:sp>
      <p:sp>
        <p:nvSpPr>
          <p:cNvPr id="8" name="矩形 7"/>
          <p:cNvSpPr>
            <a:spLocks noGrp="1"/>
          </p:cNvSpPr>
          <p:nvPr/>
        </p:nvSpPr>
        <p:spPr>
          <a:xfrm>
            <a:off x="1638300" y="2266950"/>
            <a:ext cx="4552950" cy="914400"/>
          </a:xfrm>
          <a:prstGeom prst="rect">
            <a:avLst/>
          </a:prstGeom>
          <a:noFill/>
          <a:ln w="0">
            <a:noFill/>
            <a:prstDash val="solid"/>
          </a:ln>
        </p:spPr>
        <p:txBody>
          <a:bodyPr wrap="square" lIns="0" tIns="0" rIns="0" bIns="0"/>
          <a:lstStyle/>
          <a:p>
            <a:pPr algn="l">
              <a:lnSpc>
                <a:spcPct val="100000"/>
              </a:lnSpc>
              <a:buNone/>
              <a:defRPr sz="2300" b="0">
                <a:solidFill>
                  <a:srgbClr val="0F0A06"/>
                </a:solidFill>
                <a:latin typeface="微软雅黑" panose="020B0503020204020204" charset="-122"/>
                <a:ea typeface="微软雅黑" panose="020B0503020204020204" charset="-122"/>
                <a:cs typeface="微软雅黑" panose="020B0503020204020204" charset="-122"/>
              </a:defRPr>
            </a:pPr>
            <a:r>
              <a:rPr sz="2300" b="0">
                <a:solidFill>
                  <a:srgbClr val="0F0A06"/>
                </a:solidFill>
                <a:latin typeface="微软雅黑" panose="020B0503020204020204" charset="-122"/>
                <a:ea typeface="微软雅黑" panose="020B0503020204020204" charset="-122"/>
                <a:cs typeface="微软雅黑" panose="020B0503020204020204" charset="-122"/>
              </a:rPr>
              <a:t>take place</a:t>
            </a:r>
            <a:endParaRPr sz="23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9" name="椭圆 8"/>
          <p:cNvSpPr>
            <a:spLocks noGrp="1"/>
          </p:cNvSpPr>
          <p:nvPr/>
        </p:nvSpPr>
        <p:spPr>
          <a:xfrm>
            <a:off x="1428750" y="318135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638300" y="3105150"/>
            <a:ext cx="4552950" cy="914400"/>
          </a:xfrm>
          <a:prstGeom prst="rect">
            <a:avLst/>
          </a:prstGeom>
          <a:noFill/>
          <a:ln w="0">
            <a:noFill/>
            <a:prstDash val="solid"/>
          </a:ln>
        </p:spPr>
        <p:txBody>
          <a:bodyPr wrap="square" lIns="0" tIns="0" rIns="0" bIns="0"/>
          <a:lstStyle/>
          <a:p>
            <a:pPr algn="l">
              <a:lnSpc>
                <a:spcPct val="100000"/>
              </a:lnSpc>
              <a:buNone/>
              <a:defRPr sz="2300" b="0">
                <a:solidFill>
                  <a:srgbClr val="0F0A06"/>
                </a:solidFill>
                <a:latin typeface="微软雅黑" panose="020B0503020204020204" charset="-122"/>
                <a:ea typeface="微软雅黑" panose="020B0503020204020204" charset="-122"/>
                <a:cs typeface="微软雅黑" panose="020B0503020204020204" charset="-122"/>
              </a:defRPr>
            </a:pPr>
            <a:r>
              <a:rPr sz="2300" b="0">
                <a:solidFill>
                  <a:srgbClr val="0F0A06"/>
                </a:solidFill>
                <a:latin typeface="微软雅黑" panose="020B0503020204020204" charset="-122"/>
                <a:ea typeface="微软雅黑" panose="020B0503020204020204" charset="-122"/>
                <a:cs typeface="微软雅黑" panose="020B0503020204020204" charset="-122"/>
              </a:rPr>
              <a:t>in the past / last few years</a:t>
            </a:r>
            <a:endParaRPr sz="23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11" name="椭圆 10"/>
          <p:cNvSpPr>
            <a:spLocks noGrp="1"/>
          </p:cNvSpPr>
          <p:nvPr/>
        </p:nvSpPr>
        <p:spPr>
          <a:xfrm>
            <a:off x="1428750" y="4019550"/>
            <a:ext cx="76200" cy="76200"/>
          </a:xfrm>
          <a:prstGeom prst="ellipse">
            <a:avLst/>
          </a:prstGeom>
          <a:solidFill>
            <a:srgbClr val="FF7A12"/>
          </a:solidFill>
          <a:ln w="0">
            <a:solidFill>
              <a:srgbClr val="FF7A12"/>
            </a:solidFill>
            <a:prstDash val="solid"/>
          </a:ln>
        </p:spPr>
      </p:sp>
      <p:sp>
        <p:nvSpPr>
          <p:cNvPr id="12" name="矩形 11"/>
          <p:cNvSpPr>
            <a:spLocks noGrp="1"/>
          </p:cNvSpPr>
          <p:nvPr/>
        </p:nvSpPr>
        <p:spPr>
          <a:xfrm>
            <a:off x="1638300" y="3943350"/>
            <a:ext cx="4552950" cy="914400"/>
          </a:xfrm>
          <a:prstGeom prst="rect">
            <a:avLst/>
          </a:prstGeom>
          <a:noFill/>
          <a:ln w="0">
            <a:noFill/>
            <a:prstDash val="solid"/>
          </a:ln>
        </p:spPr>
        <p:txBody>
          <a:bodyPr wrap="square" lIns="0" tIns="0" rIns="0" bIns="0"/>
          <a:lstStyle/>
          <a:p>
            <a:pPr algn="l">
              <a:lnSpc>
                <a:spcPct val="100000"/>
              </a:lnSpc>
              <a:buNone/>
              <a:defRPr sz="2300" b="0">
                <a:solidFill>
                  <a:srgbClr val="0F0A06"/>
                </a:solidFill>
                <a:latin typeface="微软雅黑" panose="020B0503020204020204" charset="-122"/>
                <a:ea typeface="微软雅黑" panose="020B0503020204020204" charset="-122"/>
                <a:cs typeface="微软雅黑" panose="020B0503020204020204" charset="-122"/>
              </a:defRPr>
            </a:pPr>
            <a:r>
              <a:rPr sz="2300" b="0">
                <a:solidFill>
                  <a:srgbClr val="0F0A06"/>
                </a:solidFill>
                <a:latin typeface="微软雅黑" panose="020B0503020204020204" charset="-122"/>
                <a:ea typeface="微软雅黑" panose="020B0503020204020204" charset="-122"/>
                <a:cs typeface="微软雅黑" panose="020B0503020204020204" charset="-122"/>
              </a:rPr>
              <a:t>over the years</a:t>
            </a:r>
            <a:endParaRPr sz="23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13" name="椭圆 12"/>
          <p:cNvSpPr>
            <a:spLocks noGrp="1"/>
          </p:cNvSpPr>
          <p:nvPr/>
        </p:nvSpPr>
        <p:spPr>
          <a:xfrm>
            <a:off x="1428750" y="4857750"/>
            <a:ext cx="76200" cy="76200"/>
          </a:xfrm>
          <a:prstGeom prst="ellipse">
            <a:avLst/>
          </a:prstGeom>
          <a:solidFill>
            <a:srgbClr val="FF7A12"/>
          </a:solidFill>
          <a:ln w="0">
            <a:solidFill>
              <a:srgbClr val="FF7A12"/>
            </a:solidFill>
            <a:prstDash val="solid"/>
          </a:ln>
        </p:spPr>
      </p:sp>
      <p:sp>
        <p:nvSpPr>
          <p:cNvPr id="14" name="矩形 13"/>
          <p:cNvSpPr>
            <a:spLocks noGrp="1"/>
          </p:cNvSpPr>
          <p:nvPr/>
        </p:nvSpPr>
        <p:spPr>
          <a:xfrm>
            <a:off x="1638300" y="4781550"/>
            <a:ext cx="4552950" cy="914400"/>
          </a:xfrm>
          <a:prstGeom prst="rect">
            <a:avLst/>
          </a:prstGeom>
          <a:noFill/>
          <a:ln w="0">
            <a:noFill/>
            <a:prstDash val="solid"/>
          </a:ln>
        </p:spPr>
        <p:txBody>
          <a:bodyPr wrap="square" lIns="0" tIns="0" rIns="0" bIns="0"/>
          <a:lstStyle/>
          <a:p>
            <a:pPr algn="l">
              <a:lnSpc>
                <a:spcPct val="100000"/>
              </a:lnSpc>
              <a:buNone/>
              <a:defRPr sz="2300" b="0">
                <a:solidFill>
                  <a:srgbClr val="0F0A06"/>
                </a:solidFill>
                <a:latin typeface="微软雅黑" panose="020B0503020204020204" charset="-122"/>
                <a:ea typeface="微软雅黑" panose="020B0503020204020204" charset="-122"/>
                <a:cs typeface="微软雅黑" panose="020B0503020204020204" charset="-122"/>
              </a:defRPr>
            </a:pPr>
            <a:r>
              <a:rPr sz="2300" b="0">
                <a:solidFill>
                  <a:srgbClr val="0F0A06"/>
                </a:solidFill>
                <a:latin typeface="微软雅黑" panose="020B0503020204020204" charset="-122"/>
                <a:ea typeface="微软雅黑" panose="020B0503020204020204" charset="-122"/>
                <a:cs typeface="微软雅黑" panose="020B0503020204020204" charset="-122"/>
              </a:rPr>
              <a:t>change a lot</a:t>
            </a:r>
            <a:endParaRPr sz="23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15" name="椭圆 14"/>
          <p:cNvSpPr>
            <a:spLocks noGrp="1"/>
          </p:cNvSpPr>
          <p:nvPr/>
        </p:nvSpPr>
        <p:spPr>
          <a:xfrm>
            <a:off x="6477000" y="2343150"/>
            <a:ext cx="76200" cy="76200"/>
          </a:xfrm>
          <a:prstGeom prst="ellipse">
            <a:avLst/>
          </a:prstGeom>
          <a:solidFill>
            <a:srgbClr val="FF7A12"/>
          </a:solidFill>
          <a:ln w="0">
            <a:solidFill>
              <a:srgbClr val="FF7A12"/>
            </a:solidFill>
            <a:prstDash val="solid"/>
          </a:ln>
        </p:spPr>
      </p:sp>
      <p:sp>
        <p:nvSpPr>
          <p:cNvPr id="16" name="矩形 15"/>
          <p:cNvSpPr>
            <a:spLocks noGrp="1"/>
          </p:cNvSpPr>
          <p:nvPr/>
        </p:nvSpPr>
        <p:spPr>
          <a:xfrm>
            <a:off x="6686550" y="2266950"/>
            <a:ext cx="4267200" cy="914400"/>
          </a:xfrm>
          <a:prstGeom prst="rect">
            <a:avLst/>
          </a:prstGeom>
          <a:noFill/>
          <a:ln w="0">
            <a:noFill/>
            <a:prstDash val="solid"/>
          </a:ln>
        </p:spPr>
        <p:txBody>
          <a:bodyPr wrap="square" lIns="0" tIns="0" rIns="0" bIns="0"/>
          <a:lstStyle/>
          <a:p>
            <a:pPr algn="l">
              <a:lnSpc>
                <a:spcPct val="100000"/>
              </a:lnSpc>
              <a:buNone/>
              <a:defRPr sz="2300" b="0">
                <a:solidFill>
                  <a:srgbClr val="0F0A06"/>
                </a:solidFill>
                <a:latin typeface="微软雅黑" panose="020B0503020204020204" charset="-122"/>
                <a:ea typeface="微软雅黑" panose="020B0503020204020204" charset="-122"/>
                <a:cs typeface="微软雅黑" panose="020B0503020204020204" charset="-122"/>
              </a:defRPr>
            </a:pPr>
            <a:r>
              <a:rPr sz="2300" b="0">
                <a:solidFill>
                  <a:srgbClr val="0F0A06"/>
                </a:solidFill>
                <a:latin typeface="微软雅黑" panose="020B0503020204020204" charset="-122"/>
                <a:ea typeface="微软雅黑" panose="020B0503020204020204" charset="-122"/>
                <a:cs typeface="微软雅黑" panose="020B0503020204020204" charset="-122"/>
              </a:rPr>
              <a:t>be different from</a:t>
            </a:r>
            <a:endParaRPr sz="23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17" name="椭圆 16"/>
          <p:cNvSpPr>
            <a:spLocks noGrp="1"/>
          </p:cNvSpPr>
          <p:nvPr/>
        </p:nvSpPr>
        <p:spPr>
          <a:xfrm>
            <a:off x="6477000" y="3181350"/>
            <a:ext cx="76200" cy="76200"/>
          </a:xfrm>
          <a:prstGeom prst="ellipse">
            <a:avLst/>
          </a:prstGeom>
          <a:solidFill>
            <a:srgbClr val="FF7A12"/>
          </a:solidFill>
          <a:ln w="0">
            <a:solidFill>
              <a:srgbClr val="FF7A12"/>
            </a:solidFill>
            <a:prstDash val="solid"/>
          </a:ln>
        </p:spPr>
      </p:sp>
      <p:sp>
        <p:nvSpPr>
          <p:cNvPr id="18" name="矩形 17"/>
          <p:cNvSpPr>
            <a:spLocks noGrp="1"/>
          </p:cNvSpPr>
          <p:nvPr/>
        </p:nvSpPr>
        <p:spPr>
          <a:xfrm>
            <a:off x="6686550" y="3105150"/>
            <a:ext cx="4267200" cy="914400"/>
          </a:xfrm>
          <a:prstGeom prst="rect">
            <a:avLst/>
          </a:prstGeom>
          <a:noFill/>
          <a:ln w="0">
            <a:noFill/>
            <a:prstDash val="solid"/>
          </a:ln>
        </p:spPr>
        <p:txBody>
          <a:bodyPr wrap="square" lIns="0" tIns="0" rIns="0" bIns="0"/>
          <a:lstStyle/>
          <a:p>
            <a:pPr algn="l">
              <a:lnSpc>
                <a:spcPct val="100000"/>
              </a:lnSpc>
              <a:buNone/>
              <a:defRPr sz="2300" b="0">
                <a:solidFill>
                  <a:srgbClr val="0F0A06"/>
                </a:solidFill>
                <a:latin typeface="微软雅黑" panose="020B0503020204020204" charset="-122"/>
                <a:ea typeface="微软雅黑" panose="020B0503020204020204" charset="-122"/>
                <a:cs typeface="微软雅黑" panose="020B0503020204020204" charset="-122"/>
              </a:defRPr>
            </a:pPr>
            <a:r>
              <a:rPr sz="2300" b="0">
                <a:solidFill>
                  <a:srgbClr val="0F0A06"/>
                </a:solidFill>
                <a:latin typeface="微软雅黑" panose="020B0503020204020204" charset="-122"/>
                <a:ea typeface="微软雅黑" panose="020B0503020204020204" charset="-122"/>
                <a:cs typeface="微软雅黑" panose="020B0503020204020204" charset="-122"/>
              </a:rPr>
              <a:t>used to do sth.</a:t>
            </a:r>
            <a:endParaRPr sz="23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19" name="椭圆 18"/>
          <p:cNvSpPr>
            <a:spLocks noGrp="1"/>
          </p:cNvSpPr>
          <p:nvPr/>
        </p:nvSpPr>
        <p:spPr>
          <a:xfrm>
            <a:off x="6477000" y="4019550"/>
            <a:ext cx="76200" cy="76200"/>
          </a:xfrm>
          <a:prstGeom prst="ellipse">
            <a:avLst/>
          </a:prstGeom>
          <a:solidFill>
            <a:srgbClr val="FF7A12"/>
          </a:solidFill>
          <a:ln w="0">
            <a:solidFill>
              <a:srgbClr val="FF7A12"/>
            </a:solidFill>
            <a:prstDash val="solid"/>
          </a:ln>
        </p:spPr>
      </p:sp>
      <p:sp>
        <p:nvSpPr>
          <p:cNvPr id="20" name="矩形 19"/>
          <p:cNvSpPr>
            <a:spLocks noGrp="1"/>
          </p:cNvSpPr>
          <p:nvPr/>
        </p:nvSpPr>
        <p:spPr>
          <a:xfrm>
            <a:off x="6686550" y="3943350"/>
            <a:ext cx="4267200" cy="914400"/>
          </a:xfrm>
          <a:prstGeom prst="rect">
            <a:avLst/>
          </a:prstGeom>
          <a:noFill/>
          <a:ln w="0">
            <a:noFill/>
            <a:prstDash val="solid"/>
          </a:ln>
        </p:spPr>
        <p:txBody>
          <a:bodyPr wrap="square" lIns="0" tIns="0" rIns="0" bIns="0"/>
          <a:lstStyle/>
          <a:p>
            <a:pPr algn="l">
              <a:lnSpc>
                <a:spcPct val="100000"/>
              </a:lnSpc>
              <a:buNone/>
              <a:defRPr sz="2300" b="0">
                <a:solidFill>
                  <a:srgbClr val="0F0A06"/>
                </a:solidFill>
                <a:latin typeface="微软雅黑" panose="020B0503020204020204" charset="-122"/>
                <a:ea typeface="微软雅黑" panose="020B0503020204020204" charset="-122"/>
                <a:cs typeface="微软雅黑" panose="020B0503020204020204" charset="-122"/>
              </a:defRPr>
            </a:pPr>
            <a:r>
              <a:rPr sz="2300" b="0">
                <a:solidFill>
                  <a:srgbClr val="0F0A06"/>
                </a:solidFill>
                <a:latin typeface="微软雅黑" panose="020B0503020204020204" charset="-122"/>
                <a:ea typeface="微软雅黑" panose="020B0503020204020204" charset="-122"/>
                <a:cs typeface="微软雅黑" panose="020B0503020204020204" charset="-122"/>
              </a:rPr>
              <a:t>with the support of</a:t>
            </a:r>
            <a:endParaRPr sz="23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1" name="椭圆 20"/>
          <p:cNvSpPr>
            <a:spLocks noGrp="1"/>
          </p:cNvSpPr>
          <p:nvPr/>
        </p:nvSpPr>
        <p:spPr>
          <a:xfrm>
            <a:off x="6477000" y="4857750"/>
            <a:ext cx="76200" cy="76200"/>
          </a:xfrm>
          <a:prstGeom prst="ellipse">
            <a:avLst/>
          </a:prstGeom>
          <a:solidFill>
            <a:srgbClr val="FF7A12"/>
          </a:solidFill>
          <a:ln w="0">
            <a:solidFill>
              <a:srgbClr val="FF7A12"/>
            </a:solidFill>
            <a:prstDash val="solid"/>
          </a:ln>
        </p:spPr>
      </p:sp>
      <p:sp>
        <p:nvSpPr>
          <p:cNvPr id="22" name="矩形 21"/>
          <p:cNvSpPr>
            <a:spLocks noGrp="1"/>
          </p:cNvSpPr>
          <p:nvPr/>
        </p:nvSpPr>
        <p:spPr>
          <a:xfrm>
            <a:off x="6686550" y="4781550"/>
            <a:ext cx="4267200" cy="914400"/>
          </a:xfrm>
          <a:prstGeom prst="rect">
            <a:avLst/>
          </a:prstGeom>
          <a:noFill/>
          <a:ln w="0">
            <a:noFill/>
            <a:prstDash val="solid"/>
          </a:ln>
        </p:spPr>
        <p:txBody>
          <a:bodyPr wrap="square" lIns="0" tIns="0" rIns="0" bIns="0"/>
          <a:lstStyle/>
          <a:p>
            <a:pPr algn="l">
              <a:lnSpc>
                <a:spcPct val="100000"/>
              </a:lnSpc>
              <a:buNone/>
              <a:defRPr sz="2300" b="0">
                <a:solidFill>
                  <a:srgbClr val="0F0A06"/>
                </a:solidFill>
                <a:latin typeface="微软雅黑" panose="020B0503020204020204" charset="-122"/>
                <a:ea typeface="微软雅黑" panose="020B0503020204020204" charset="-122"/>
                <a:cs typeface="微软雅黑" panose="020B0503020204020204" charset="-122"/>
              </a:defRPr>
            </a:pPr>
            <a:r>
              <a:rPr sz="2300" b="0">
                <a:solidFill>
                  <a:srgbClr val="0F0A06"/>
                </a:solidFill>
                <a:latin typeface="微软雅黑" panose="020B0503020204020204" charset="-122"/>
                <a:ea typeface="微软雅黑" panose="020B0503020204020204" charset="-122"/>
                <a:cs typeface="微软雅黑" panose="020B0503020204020204" charset="-122"/>
              </a:rPr>
              <a:t>as a result</a:t>
            </a:r>
            <a:endParaRPr sz="23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4" name="中文释义 24"/>
          <p:cNvSpPr txBox="1">
            <a:spLocks noGrp="1"/>
          </p:cNvSpPr>
          <p:nvPr/>
        </p:nvSpPr>
        <p:spPr>
          <a:xfrm>
            <a:off x="3250000" y="2266950"/>
            <a:ext cx="2300000" cy="400000"/>
          </a:xfrm>
          <a:prstGeom prst="rect">
            <a:avLst/>
          </a:prstGeom>
          <a:noFill/>
          <a:ln w="0">
            <a:noFill/>
            <a:prstDash val="solid"/>
          </a:ln>
        </p:spPr>
        <p:txBody>
          <a:bodyPr wrap="square" lIns="0" tIns="0" rIns="0" bIns="0"/>
          <a:lstStyle/>
          <a:p>
            <a:pPr algn="l">
              <a:lnSpc>
                <a:spcPct val="100000"/>
              </a:lnSpc>
              <a:buNone/>
              <a:defRPr sz="2300" b="0">
                <a:solidFill>
                  <a:srgbClr val="0F0A06"/>
                </a:solidFill>
                <a:latin typeface="微软雅黑" panose="020B0503020204020204" charset="-122"/>
                <a:ea typeface="微软雅黑" panose="020B0503020204020204" charset="-122"/>
                <a:cs typeface="微软雅黑" panose="020B0503020204020204" charset="-122"/>
              </a:defRPr>
            </a:pPr>
            <a:r>
              <a:rPr sz="2300" b="0">
                <a:solidFill>
                  <a:srgbClr val="0F0A06"/>
                </a:solidFill>
                <a:latin typeface="微软雅黑" panose="020B0503020204020204" charset="-122"/>
                <a:ea typeface="微软雅黑" panose="020B0503020204020204" charset="-122"/>
                <a:cs typeface="微软雅黑" panose="020B0503020204020204" charset="-122"/>
              </a:rPr>
              <a:t>发生；举行</a:t>
            </a:r>
            <a:endParaRPr sz="23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5" name="中文释义 25"/>
          <p:cNvSpPr txBox="1">
            <a:spLocks noGrp="1"/>
          </p:cNvSpPr>
          <p:nvPr/>
        </p:nvSpPr>
        <p:spPr>
          <a:xfrm>
            <a:off x="1638300" y="3470000"/>
            <a:ext cx="2400000" cy="400000"/>
          </a:xfrm>
          <a:prstGeom prst="rect">
            <a:avLst/>
          </a:prstGeom>
          <a:noFill/>
          <a:ln w="0">
            <a:noFill/>
            <a:prstDash val="solid"/>
          </a:ln>
        </p:spPr>
        <p:txBody>
          <a:bodyPr wrap="square" lIns="0" tIns="0" rIns="0" bIns="0"/>
          <a:lstStyle/>
          <a:p>
            <a:pPr algn="l">
              <a:lnSpc>
                <a:spcPct val="100000"/>
              </a:lnSpc>
              <a:buNone/>
              <a:defRPr sz="2000" b="0">
                <a:solidFill>
                  <a:srgbClr val="0F0A06"/>
                </a:solidFill>
                <a:latin typeface="微软雅黑" panose="020B0503020204020204" charset="-122"/>
                <a:ea typeface="微软雅黑" panose="020B0503020204020204" charset="-122"/>
                <a:cs typeface="微软雅黑" panose="020B0503020204020204" charset="-122"/>
              </a:defRPr>
            </a:pPr>
            <a:r>
              <a:rPr sz="2000" b="0">
                <a:solidFill>
                  <a:srgbClr val="0F0A06"/>
                </a:solidFill>
                <a:latin typeface="微软雅黑" panose="020B0503020204020204" charset="-122"/>
                <a:ea typeface="微软雅黑" panose="020B0503020204020204" charset="-122"/>
                <a:cs typeface="微软雅黑" panose="020B0503020204020204" charset="-122"/>
              </a:rPr>
              <a:t>在过去的几年里</a:t>
            </a:r>
            <a:endParaRPr sz="20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6" name="中文释义 26"/>
          <p:cNvSpPr txBox="1">
            <a:spLocks noGrp="1"/>
          </p:cNvSpPr>
          <p:nvPr/>
        </p:nvSpPr>
        <p:spPr>
          <a:xfrm>
            <a:off x="3930000" y="3943350"/>
            <a:ext cx="1900000" cy="400000"/>
          </a:xfrm>
          <a:prstGeom prst="rect">
            <a:avLst/>
          </a:prstGeom>
          <a:noFill/>
          <a:ln w="0">
            <a:noFill/>
            <a:prstDash val="solid"/>
          </a:ln>
        </p:spPr>
        <p:txBody>
          <a:bodyPr wrap="square" lIns="0" tIns="0" rIns="0" bIns="0"/>
          <a:lstStyle/>
          <a:p>
            <a:pPr algn="l">
              <a:lnSpc>
                <a:spcPct val="100000"/>
              </a:lnSpc>
              <a:buNone/>
              <a:defRPr sz="2300" b="0">
                <a:solidFill>
                  <a:srgbClr val="0F0A06"/>
                </a:solidFill>
                <a:latin typeface="微软雅黑" panose="020B0503020204020204" charset="-122"/>
                <a:ea typeface="微软雅黑" panose="020B0503020204020204" charset="-122"/>
                <a:cs typeface="微软雅黑" panose="020B0503020204020204" charset="-122"/>
              </a:defRPr>
            </a:pPr>
            <a:r>
              <a:rPr sz="2300" b="0">
                <a:solidFill>
                  <a:srgbClr val="0F0A06"/>
                </a:solidFill>
                <a:latin typeface="微软雅黑" panose="020B0503020204020204" charset="-122"/>
                <a:ea typeface="微软雅黑" panose="020B0503020204020204" charset="-122"/>
                <a:cs typeface="微软雅黑" panose="020B0503020204020204" charset="-122"/>
              </a:rPr>
              <a:t>这些年来</a:t>
            </a:r>
            <a:endParaRPr sz="23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7" name="中文释义 27"/>
          <p:cNvSpPr txBox="1">
            <a:spLocks noGrp="1"/>
          </p:cNvSpPr>
          <p:nvPr/>
        </p:nvSpPr>
        <p:spPr>
          <a:xfrm>
            <a:off x="3900000" y="4781550"/>
            <a:ext cx="1800000" cy="400000"/>
          </a:xfrm>
          <a:prstGeom prst="rect">
            <a:avLst/>
          </a:prstGeom>
          <a:noFill/>
          <a:ln w="0">
            <a:noFill/>
            <a:prstDash val="solid"/>
          </a:ln>
        </p:spPr>
        <p:txBody>
          <a:bodyPr wrap="square" lIns="0" tIns="0" rIns="0" bIns="0"/>
          <a:lstStyle/>
          <a:p>
            <a:pPr algn="l">
              <a:lnSpc>
                <a:spcPct val="100000"/>
              </a:lnSpc>
              <a:buNone/>
              <a:defRPr sz="2300" b="0">
                <a:solidFill>
                  <a:srgbClr val="0F0A06"/>
                </a:solidFill>
                <a:latin typeface="微软雅黑" panose="020B0503020204020204" charset="-122"/>
                <a:ea typeface="微软雅黑" panose="020B0503020204020204" charset="-122"/>
                <a:cs typeface="微软雅黑" panose="020B0503020204020204" charset="-122"/>
              </a:defRPr>
            </a:pPr>
            <a:r>
              <a:rPr sz="2300" b="0">
                <a:solidFill>
                  <a:srgbClr val="0F0A06"/>
                </a:solidFill>
                <a:latin typeface="微软雅黑" panose="020B0503020204020204" charset="-122"/>
                <a:ea typeface="微软雅黑" panose="020B0503020204020204" charset="-122"/>
                <a:cs typeface="微软雅黑" panose="020B0503020204020204" charset="-122"/>
              </a:rPr>
              <a:t>变化很大</a:t>
            </a:r>
            <a:endParaRPr sz="23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8" name="中文释义 28"/>
          <p:cNvSpPr txBox="1">
            <a:spLocks noGrp="1"/>
          </p:cNvSpPr>
          <p:nvPr/>
        </p:nvSpPr>
        <p:spPr>
          <a:xfrm>
            <a:off x="9200000" y="2266950"/>
            <a:ext cx="2300000" cy="400000"/>
          </a:xfrm>
          <a:prstGeom prst="rect">
            <a:avLst/>
          </a:prstGeom>
          <a:noFill/>
          <a:ln w="0">
            <a:noFill/>
            <a:prstDash val="solid"/>
          </a:ln>
        </p:spPr>
        <p:txBody>
          <a:bodyPr wrap="square" lIns="0" tIns="0" rIns="0" bIns="0"/>
          <a:lstStyle/>
          <a:p>
            <a:pPr algn="l">
              <a:lnSpc>
                <a:spcPct val="100000"/>
              </a:lnSpc>
              <a:buNone/>
              <a:defRPr sz="2300" b="0">
                <a:solidFill>
                  <a:srgbClr val="0F0A06"/>
                </a:solidFill>
                <a:latin typeface="微软雅黑" panose="020B0503020204020204" charset="-122"/>
                <a:ea typeface="微软雅黑" panose="020B0503020204020204" charset="-122"/>
                <a:cs typeface="微软雅黑" panose="020B0503020204020204" charset="-122"/>
              </a:defRPr>
            </a:pPr>
            <a:r>
              <a:rPr sz="2300" b="0">
                <a:solidFill>
                  <a:srgbClr val="0F0A06"/>
                </a:solidFill>
                <a:latin typeface="微软雅黑" panose="020B0503020204020204" charset="-122"/>
                <a:ea typeface="微软雅黑" panose="020B0503020204020204" charset="-122"/>
                <a:cs typeface="微软雅黑" panose="020B0503020204020204" charset="-122"/>
              </a:rPr>
              <a:t>与……不同</a:t>
            </a:r>
            <a:endParaRPr sz="23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9" name="中文释义 29"/>
          <p:cNvSpPr txBox="1">
            <a:spLocks noGrp="1"/>
          </p:cNvSpPr>
          <p:nvPr/>
        </p:nvSpPr>
        <p:spPr>
          <a:xfrm>
            <a:off x="6686550" y="3470000"/>
            <a:ext cx="3000000" cy="400000"/>
          </a:xfrm>
          <a:prstGeom prst="rect">
            <a:avLst/>
          </a:prstGeom>
          <a:noFill/>
          <a:ln w="0">
            <a:noFill/>
            <a:prstDash val="solid"/>
          </a:ln>
        </p:spPr>
        <p:txBody>
          <a:bodyPr wrap="square" lIns="0" tIns="0" rIns="0" bIns="0"/>
          <a:lstStyle/>
          <a:p>
            <a:pPr algn="l">
              <a:lnSpc>
                <a:spcPct val="100000"/>
              </a:lnSpc>
              <a:buNone/>
              <a:defRPr sz="2000" b="0">
                <a:solidFill>
                  <a:srgbClr val="0F0A06"/>
                </a:solidFill>
                <a:latin typeface="微软雅黑" panose="020B0503020204020204" charset="-122"/>
                <a:ea typeface="微软雅黑" panose="020B0503020204020204" charset="-122"/>
                <a:cs typeface="微软雅黑" panose="020B0503020204020204" charset="-122"/>
              </a:defRPr>
            </a:pPr>
            <a:r>
              <a:rPr sz="2000" b="0">
                <a:solidFill>
                  <a:srgbClr val="0F0A06"/>
                </a:solidFill>
                <a:latin typeface="微软雅黑" panose="020B0503020204020204" charset="-122"/>
                <a:ea typeface="微软雅黑" panose="020B0503020204020204" charset="-122"/>
                <a:cs typeface="微软雅黑" panose="020B0503020204020204" charset="-122"/>
              </a:rPr>
              <a:t>过去常常做某事</a:t>
            </a:r>
            <a:endParaRPr sz="20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30" name="中文释义 30"/>
          <p:cNvSpPr txBox="1">
            <a:spLocks noGrp="1"/>
          </p:cNvSpPr>
          <p:nvPr/>
        </p:nvSpPr>
        <p:spPr>
          <a:xfrm>
            <a:off x="6686550" y="4310000"/>
            <a:ext cx="3000000" cy="400000"/>
          </a:xfrm>
          <a:prstGeom prst="rect">
            <a:avLst/>
          </a:prstGeom>
          <a:noFill/>
          <a:ln w="0">
            <a:noFill/>
            <a:prstDash val="solid"/>
          </a:ln>
        </p:spPr>
        <p:txBody>
          <a:bodyPr wrap="square" lIns="0" tIns="0" rIns="0" bIns="0"/>
          <a:lstStyle/>
          <a:p>
            <a:pPr algn="l">
              <a:lnSpc>
                <a:spcPct val="100000"/>
              </a:lnSpc>
              <a:buNone/>
              <a:defRPr sz="2000" b="0">
                <a:solidFill>
                  <a:srgbClr val="0F0A06"/>
                </a:solidFill>
                <a:latin typeface="微软雅黑" panose="020B0503020204020204" charset="-122"/>
                <a:ea typeface="微软雅黑" panose="020B0503020204020204" charset="-122"/>
                <a:cs typeface="微软雅黑" panose="020B0503020204020204" charset="-122"/>
              </a:defRPr>
            </a:pPr>
            <a:r>
              <a:rPr sz="2000" b="0">
                <a:solidFill>
                  <a:srgbClr val="0F0A06"/>
                </a:solidFill>
                <a:latin typeface="微软雅黑" panose="020B0503020204020204" charset="-122"/>
                <a:ea typeface="微软雅黑" panose="020B0503020204020204" charset="-122"/>
                <a:cs typeface="微软雅黑" panose="020B0503020204020204" charset="-122"/>
              </a:rPr>
              <a:t>在……的支持下</a:t>
            </a:r>
            <a:endParaRPr sz="20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31" name="中文释义 31"/>
          <p:cNvSpPr txBox="1">
            <a:spLocks noGrp="1"/>
          </p:cNvSpPr>
          <p:nvPr/>
        </p:nvSpPr>
        <p:spPr>
          <a:xfrm>
            <a:off x="8500000" y="4781550"/>
            <a:ext cx="2100000" cy="400000"/>
          </a:xfrm>
          <a:prstGeom prst="rect">
            <a:avLst/>
          </a:prstGeom>
          <a:noFill/>
          <a:ln w="0">
            <a:noFill/>
            <a:prstDash val="solid"/>
          </a:ln>
        </p:spPr>
        <p:txBody>
          <a:bodyPr wrap="square" lIns="0" tIns="0" rIns="0" bIns="0"/>
          <a:lstStyle/>
          <a:p>
            <a:pPr algn="l">
              <a:lnSpc>
                <a:spcPct val="100000"/>
              </a:lnSpc>
              <a:buNone/>
              <a:defRPr sz="2300" b="0">
                <a:solidFill>
                  <a:srgbClr val="0F0A06"/>
                </a:solidFill>
                <a:latin typeface="微软雅黑" panose="020B0503020204020204" charset="-122"/>
                <a:ea typeface="微软雅黑" panose="020B0503020204020204" charset="-122"/>
                <a:cs typeface="微软雅黑" panose="020B0503020204020204" charset="-122"/>
              </a:defRPr>
            </a:pPr>
            <a:r>
              <a:rPr sz="2300" b="0">
                <a:solidFill>
                  <a:srgbClr val="0F0A06"/>
                </a:solidFill>
                <a:latin typeface="微软雅黑" panose="020B0503020204020204" charset="-122"/>
                <a:ea typeface="微软雅黑" panose="020B0503020204020204" charset="-122"/>
                <a:cs typeface="微软雅黑" panose="020B0503020204020204" charset="-122"/>
              </a:rPr>
              <a:t>结果；因此</a:t>
            </a:r>
            <a:endParaRPr sz="2300" b="0">
              <a:solidFill>
                <a:srgbClr val="0F0A0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P spid="29" grpId="0"/>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 name="图片 2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维度类主题短语</a:t>
            </a:r>
            <a:endParaRPr sz="2925" b="1">
              <a:solidFill>
                <a:srgbClr val="0F0A06"/>
              </a:solidFill>
              <a:cs typeface="微软雅黑" panose="020B0503020204020204" charset="-122"/>
            </a:endParaRPr>
          </a:p>
        </p:txBody>
      </p:sp>
      <p:sp>
        <p:nvSpPr>
          <p:cNvPr id="4" name="圆角矩形 3"/>
          <p:cNvSpPr>
            <a:spLocks noGrp="1"/>
          </p:cNvSpPr>
          <p:nvPr/>
        </p:nvSpPr>
        <p:spPr>
          <a:xfrm>
            <a:off x="876300" y="1466850"/>
            <a:ext cx="10439400" cy="2239010"/>
          </a:xfrm>
          <a:prstGeom prst="roundRect">
            <a:avLst>
              <a:gd name="adj" fmla="val 6667"/>
            </a:avLst>
          </a:prstGeom>
          <a:solidFill>
            <a:srgbClr val="FFF6E9"/>
          </a:solidFill>
          <a:ln w="13335">
            <a:solidFill>
              <a:srgbClr val="FFB46C"/>
            </a:solidFill>
            <a:prstDash val="solid"/>
          </a:ln>
        </p:spPr>
      </p:sp>
      <p:sp>
        <p:nvSpPr>
          <p:cNvPr id="5" name="圆角矩形 4"/>
          <p:cNvSpPr>
            <a:spLocks noGrp="1"/>
          </p:cNvSpPr>
          <p:nvPr/>
        </p:nvSpPr>
        <p:spPr>
          <a:xfrm>
            <a:off x="1143000" y="1676400"/>
            <a:ext cx="1428750" cy="419100"/>
          </a:xfrm>
          <a:prstGeom prst="roundRect">
            <a:avLst>
              <a:gd name="adj" fmla="val 27273"/>
            </a:avLst>
          </a:prstGeom>
          <a:solidFill>
            <a:srgbClr val="FF7A12"/>
          </a:solidFill>
          <a:ln w="9525">
            <a:solidFill>
              <a:srgbClr val="FF7A12"/>
            </a:solidFill>
            <a:prstDash val="solid"/>
          </a:ln>
        </p:spPr>
      </p:sp>
      <p:sp>
        <p:nvSpPr>
          <p:cNvPr id="6" name="矩形 5"/>
          <p:cNvSpPr>
            <a:spLocks noGrp="1"/>
          </p:cNvSpPr>
          <p:nvPr/>
        </p:nvSpPr>
        <p:spPr>
          <a:xfrm>
            <a:off x="1219200" y="1710000"/>
            <a:ext cx="1276350" cy="30480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交通变化</a:t>
            </a:r>
            <a:endParaRPr sz="1575" b="1">
              <a:solidFill>
                <a:srgbClr val="FFFFFF"/>
              </a:solidFill>
              <a:cs typeface="微软雅黑" panose="020B0503020204020204" charset="-122"/>
            </a:endParaRPr>
          </a:p>
        </p:txBody>
      </p:sp>
      <p:sp>
        <p:nvSpPr>
          <p:cNvPr id="7" name="椭圆 6"/>
          <p:cNvSpPr>
            <a:spLocks noGrp="1"/>
          </p:cNvSpPr>
          <p:nvPr/>
        </p:nvSpPr>
        <p:spPr>
          <a:xfrm>
            <a:off x="1295400" y="2185000"/>
            <a:ext cx="76200" cy="76200"/>
          </a:xfrm>
          <a:prstGeom prst="ellipse">
            <a:avLst/>
          </a:prstGeom>
          <a:solidFill>
            <a:srgbClr val="FF7A12"/>
          </a:solidFill>
          <a:ln w="0">
            <a:solidFill>
              <a:srgbClr val="FF7A12"/>
            </a:solidFill>
            <a:prstDash val="solid"/>
          </a:ln>
        </p:spPr>
      </p:sp>
      <p:sp>
        <p:nvSpPr>
          <p:cNvPr id="8" name="矩形 7"/>
          <p:cNvSpPr>
            <a:spLocks noGrp="1"/>
          </p:cNvSpPr>
          <p:nvPr/>
        </p:nvSpPr>
        <p:spPr>
          <a:xfrm>
            <a:off x="1504950" y="198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narrow and dirty roads</a:t>
            </a:r>
            <a:endParaRPr sz="1800" b="0">
              <a:solidFill>
                <a:srgbClr val="22160F"/>
              </a:solidFill>
              <a:cs typeface="微软雅黑" panose="020B0503020204020204" charset="-122"/>
            </a:endParaRPr>
          </a:p>
        </p:txBody>
      </p:sp>
      <p:sp>
        <p:nvSpPr>
          <p:cNvPr id="9" name="椭圆 8"/>
          <p:cNvSpPr>
            <a:spLocks noGrp="1"/>
          </p:cNvSpPr>
          <p:nvPr/>
        </p:nvSpPr>
        <p:spPr>
          <a:xfrm>
            <a:off x="1295400" y="258500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504950" y="238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wide and clean roads</a:t>
            </a:r>
            <a:endParaRPr sz="1800" b="0">
              <a:solidFill>
                <a:srgbClr val="22160F"/>
              </a:solidFill>
              <a:cs typeface="微软雅黑" panose="020B0503020204020204" charset="-122"/>
            </a:endParaRPr>
          </a:p>
        </p:txBody>
      </p:sp>
      <p:sp>
        <p:nvSpPr>
          <p:cNvPr id="11" name="椭圆 10"/>
          <p:cNvSpPr>
            <a:spLocks noGrp="1"/>
          </p:cNvSpPr>
          <p:nvPr/>
        </p:nvSpPr>
        <p:spPr>
          <a:xfrm>
            <a:off x="1295400" y="2985000"/>
            <a:ext cx="76200" cy="76200"/>
          </a:xfrm>
          <a:prstGeom prst="ellipse">
            <a:avLst/>
          </a:prstGeom>
          <a:solidFill>
            <a:srgbClr val="FF7A12"/>
          </a:solidFill>
          <a:ln w="0">
            <a:solidFill>
              <a:srgbClr val="FF7A12"/>
            </a:solidFill>
            <a:prstDash val="solid"/>
          </a:ln>
        </p:spPr>
      </p:sp>
      <p:sp>
        <p:nvSpPr>
          <p:cNvPr id="12" name="矩形 11"/>
          <p:cNvSpPr>
            <a:spLocks noGrp="1"/>
          </p:cNvSpPr>
          <p:nvPr/>
        </p:nvSpPr>
        <p:spPr>
          <a:xfrm>
            <a:off x="1504950" y="278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highway / railway</a:t>
            </a:r>
            <a:endParaRPr sz="1800" b="0">
              <a:solidFill>
                <a:srgbClr val="22160F"/>
              </a:solidFill>
              <a:cs typeface="微软雅黑" panose="020B0503020204020204" charset="-122"/>
            </a:endParaRPr>
          </a:p>
        </p:txBody>
      </p:sp>
      <p:sp>
        <p:nvSpPr>
          <p:cNvPr id="13" name="椭圆 12"/>
          <p:cNvSpPr>
            <a:spLocks noGrp="1"/>
          </p:cNvSpPr>
          <p:nvPr/>
        </p:nvSpPr>
        <p:spPr>
          <a:xfrm>
            <a:off x="1295400" y="3385000"/>
            <a:ext cx="76200" cy="76200"/>
          </a:xfrm>
          <a:prstGeom prst="ellipse">
            <a:avLst/>
          </a:prstGeom>
          <a:solidFill>
            <a:srgbClr val="FF7A12"/>
          </a:solidFill>
          <a:ln w="0">
            <a:solidFill>
              <a:srgbClr val="FF7A12"/>
            </a:solidFill>
            <a:prstDash val="solid"/>
          </a:ln>
        </p:spPr>
      </p:sp>
      <p:sp>
        <p:nvSpPr>
          <p:cNvPr id="14" name="矩形 13"/>
          <p:cNvSpPr>
            <a:spLocks noGrp="1"/>
          </p:cNvSpPr>
          <p:nvPr/>
        </p:nvSpPr>
        <p:spPr>
          <a:xfrm>
            <a:off x="1504950" y="318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make it convenient for sb. to travel</a:t>
            </a:r>
            <a:endParaRPr sz="1800" b="0">
              <a:solidFill>
                <a:srgbClr val="22160F"/>
              </a:solidFill>
              <a:cs typeface="微软雅黑" panose="020B0503020204020204" charset="-122"/>
            </a:endParaRPr>
          </a:p>
        </p:txBody>
      </p:sp>
      <p:sp>
        <p:nvSpPr>
          <p:cNvPr id="15" name="圆角矩形 14"/>
          <p:cNvSpPr>
            <a:spLocks noGrp="1"/>
          </p:cNvSpPr>
          <p:nvPr/>
        </p:nvSpPr>
        <p:spPr>
          <a:xfrm>
            <a:off x="876300" y="3949065"/>
            <a:ext cx="10439400" cy="2202180"/>
          </a:xfrm>
          <a:prstGeom prst="roundRect">
            <a:avLst>
              <a:gd name="adj" fmla="val 6667"/>
            </a:avLst>
          </a:prstGeom>
          <a:solidFill>
            <a:srgbClr val="FFFAF2"/>
          </a:solidFill>
          <a:ln w="13335">
            <a:solidFill>
              <a:srgbClr val="FFB46C"/>
            </a:solidFill>
            <a:prstDash val="solid"/>
          </a:ln>
        </p:spPr>
      </p:sp>
      <p:sp>
        <p:nvSpPr>
          <p:cNvPr id="16" name="圆角矩形 15"/>
          <p:cNvSpPr>
            <a:spLocks noGrp="1"/>
          </p:cNvSpPr>
          <p:nvPr/>
        </p:nvSpPr>
        <p:spPr>
          <a:xfrm>
            <a:off x="1143000" y="4158615"/>
            <a:ext cx="1428750" cy="419100"/>
          </a:xfrm>
          <a:prstGeom prst="roundRect">
            <a:avLst>
              <a:gd name="adj" fmla="val 27273"/>
            </a:avLst>
          </a:prstGeom>
          <a:solidFill>
            <a:srgbClr val="FF7A12"/>
          </a:solidFill>
          <a:ln w="9525">
            <a:solidFill>
              <a:srgbClr val="FF7A12"/>
            </a:solidFill>
            <a:prstDash val="solid"/>
          </a:ln>
        </p:spPr>
      </p:sp>
      <p:sp>
        <p:nvSpPr>
          <p:cNvPr id="17" name="矩形 16"/>
          <p:cNvSpPr>
            <a:spLocks noGrp="1"/>
          </p:cNvSpPr>
          <p:nvPr/>
        </p:nvSpPr>
        <p:spPr>
          <a:xfrm>
            <a:off x="1219200" y="4186755"/>
            <a:ext cx="1276350" cy="30480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环境变化</a:t>
            </a:r>
            <a:endParaRPr sz="1575" b="1">
              <a:solidFill>
                <a:srgbClr val="FFFFFF"/>
              </a:solidFill>
              <a:cs typeface="微软雅黑" panose="020B0503020204020204" charset="-122"/>
            </a:endParaRPr>
          </a:p>
        </p:txBody>
      </p:sp>
      <p:sp>
        <p:nvSpPr>
          <p:cNvPr id="18" name="椭圆 17"/>
          <p:cNvSpPr>
            <a:spLocks noGrp="1"/>
          </p:cNvSpPr>
          <p:nvPr/>
        </p:nvSpPr>
        <p:spPr>
          <a:xfrm>
            <a:off x="1295400" y="4755000"/>
            <a:ext cx="76200" cy="76200"/>
          </a:xfrm>
          <a:prstGeom prst="ellipse">
            <a:avLst/>
          </a:prstGeom>
          <a:solidFill>
            <a:srgbClr val="FF7A12"/>
          </a:solidFill>
          <a:ln w="0">
            <a:solidFill>
              <a:srgbClr val="FF7A12"/>
            </a:solidFill>
            <a:prstDash val="solid"/>
          </a:ln>
        </p:spPr>
      </p:sp>
      <p:sp>
        <p:nvSpPr>
          <p:cNvPr id="19" name="矩形 18"/>
          <p:cNvSpPr>
            <a:spLocks noGrp="1"/>
          </p:cNvSpPr>
          <p:nvPr/>
        </p:nvSpPr>
        <p:spPr>
          <a:xfrm>
            <a:off x="1504950" y="455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sandstorms / sandy land</a:t>
            </a:r>
            <a:endParaRPr sz="1800" b="0">
              <a:solidFill>
                <a:srgbClr val="22160F"/>
              </a:solidFill>
              <a:cs typeface="微软雅黑" panose="020B0503020204020204" charset="-122"/>
            </a:endParaRPr>
          </a:p>
        </p:txBody>
      </p:sp>
      <p:sp>
        <p:nvSpPr>
          <p:cNvPr id="20" name="椭圆 19"/>
          <p:cNvSpPr>
            <a:spLocks noGrp="1"/>
          </p:cNvSpPr>
          <p:nvPr/>
        </p:nvSpPr>
        <p:spPr>
          <a:xfrm>
            <a:off x="1295400" y="5135000"/>
            <a:ext cx="76200" cy="76200"/>
          </a:xfrm>
          <a:prstGeom prst="ellipse">
            <a:avLst/>
          </a:prstGeom>
          <a:solidFill>
            <a:srgbClr val="FF7A12"/>
          </a:solidFill>
          <a:ln w="0">
            <a:solidFill>
              <a:srgbClr val="FF7A12"/>
            </a:solidFill>
            <a:prstDash val="solid"/>
          </a:ln>
        </p:spPr>
      </p:sp>
      <p:sp>
        <p:nvSpPr>
          <p:cNvPr id="21" name="矩形 20"/>
          <p:cNvSpPr>
            <a:spLocks noGrp="1"/>
          </p:cNvSpPr>
          <p:nvPr/>
        </p:nvSpPr>
        <p:spPr>
          <a:xfrm>
            <a:off x="1504950" y="493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plant bushes and trees</a:t>
            </a:r>
            <a:endParaRPr sz="1800" b="0">
              <a:solidFill>
                <a:srgbClr val="22160F"/>
              </a:solidFill>
              <a:cs typeface="微软雅黑" panose="020B0503020204020204" charset="-122"/>
            </a:endParaRPr>
          </a:p>
        </p:txBody>
      </p:sp>
      <p:sp>
        <p:nvSpPr>
          <p:cNvPr id="22" name="椭圆 21"/>
          <p:cNvSpPr>
            <a:spLocks noGrp="1"/>
          </p:cNvSpPr>
          <p:nvPr/>
        </p:nvSpPr>
        <p:spPr>
          <a:xfrm>
            <a:off x="1295400" y="5515000"/>
            <a:ext cx="76200" cy="76200"/>
          </a:xfrm>
          <a:prstGeom prst="ellipse">
            <a:avLst/>
          </a:prstGeom>
          <a:solidFill>
            <a:srgbClr val="FF7A12"/>
          </a:solidFill>
          <a:ln w="0">
            <a:solidFill>
              <a:srgbClr val="FF7A12"/>
            </a:solidFill>
            <a:prstDash val="solid"/>
          </a:ln>
        </p:spPr>
      </p:sp>
      <p:sp>
        <p:nvSpPr>
          <p:cNvPr id="23" name="矩形 22"/>
          <p:cNvSpPr>
            <a:spLocks noGrp="1"/>
          </p:cNvSpPr>
          <p:nvPr/>
        </p:nvSpPr>
        <p:spPr>
          <a:xfrm>
            <a:off x="1504950" y="531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improve the environment</a:t>
            </a:r>
            <a:endParaRPr sz="1800" b="0">
              <a:solidFill>
                <a:srgbClr val="22160F"/>
              </a:solidFill>
              <a:cs typeface="微软雅黑" panose="020B0503020204020204" charset="-122"/>
            </a:endParaRPr>
          </a:p>
        </p:txBody>
      </p:sp>
      <p:sp>
        <p:nvSpPr>
          <p:cNvPr id="24" name="椭圆 23"/>
          <p:cNvSpPr>
            <a:spLocks noGrp="1"/>
          </p:cNvSpPr>
          <p:nvPr/>
        </p:nvSpPr>
        <p:spPr>
          <a:xfrm>
            <a:off x="1295400" y="5895000"/>
            <a:ext cx="76200" cy="76200"/>
          </a:xfrm>
          <a:prstGeom prst="ellipse">
            <a:avLst/>
          </a:prstGeom>
          <a:solidFill>
            <a:srgbClr val="FF7A12"/>
          </a:solidFill>
          <a:ln w="0">
            <a:solidFill>
              <a:srgbClr val="FF7A12"/>
            </a:solidFill>
            <a:prstDash val="solid"/>
          </a:ln>
        </p:spPr>
      </p:sp>
      <p:sp>
        <p:nvSpPr>
          <p:cNvPr id="25" name="矩形 24"/>
          <p:cNvSpPr>
            <a:spLocks noGrp="1"/>
          </p:cNvSpPr>
          <p:nvPr/>
        </p:nvSpPr>
        <p:spPr>
          <a:xfrm>
            <a:off x="1504950" y="569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clean and fresh water</a:t>
            </a:r>
            <a:endParaRPr sz="1800" b="0">
              <a:solidFill>
                <a:srgbClr val="22160F"/>
              </a:solidFill>
              <a:cs typeface="微软雅黑" panose="020B0503020204020204" charset="-122"/>
            </a:endParaRPr>
          </a:p>
        </p:txBody>
      </p:sp>
      <p:sp>
        <p:nvSpPr>
          <p:cNvPr id="27" name="中文释义 27"/>
          <p:cNvSpPr txBox="1">
            <a:spLocks noGrp="1"/>
          </p:cNvSpPr>
          <p:nvPr/>
        </p:nvSpPr>
        <p:spPr>
          <a:xfrm>
            <a:off x="7350000" y="199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狭窄泥泞的道路</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8" name="中文释义 28"/>
          <p:cNvSpPr txBox="1">
            <a:spLocks noGrp="1"/>
          </p:cNvSpPr>
          <p:nvPr/>
        </p:nvSpPr>
        <p:spPr>
          <a:xfrm>
            <a:off x="7350000" y="239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宽阔干净的马路</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9" name="中文释义 29"/>
          <p:cNvSpPr txBox="1">
            <a:spLocks noGrp="1"/>
          </p:cNvSpPr>
          <p:nvPr/>
        </p:nvSpPr>
        <p:spPr>
          <a:xfrm>
            <a:off x="7350000" y="279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高速公路 / 铁路</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30" name="中文释义 30"/>
          <p:cNvSpPr txBox="1">
            <a:spLocks noGrp="1"/>
          </p:cNvSpPr>
          <p:nvPr/>
        </p:nvSpPr>
        <p:spPr>
          <a:xfrm>
            <a:off x="7350000" y="319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让某人出行便利</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31" name="中文释义 31"/>
          <p:cNvSpPr txBox="1">
            <a:spLocks noGrp="1"/>
          </p:cNvSpPr>
          <p:nvPr/>
        </p:nvSpPr>
        <p:spPr>
          <a:xfrm>
            <a:off x="7350000" y="456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沙尘暴 / 沙地</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32" name="中文释义 32"/>
          <p:cNvSpPr txBox="1">
            <a:spLocks noGrp="1"/>
          </p:cNvSpPr>
          <p:nvPr/>
        </p:nvSpPr>
        <p:spPr>
          <a:xfrm>
            <a:off x="7350000" y="494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种植灌木和树木</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33" name="中文释义 33"/>
          <p:cNvSpPr txBox="1">
            <a:spLocks noGrp="1"/>
          </p:cNvSpPr>
          <p:nvPr/>
        </p:nvSpPr>
        <p:spPr>
          <a:xfrm>
            <a:off x="7350000" y="532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改善环境</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34" name="中文释义 34"/>
          <p:cNvSpPr txBox="1">
            <a:spLocks noGrp="1"/>
          </p:cNvSpPr>
          <p:nvPr/>
        </p:nvSpPr>
        <p:spPr>
          <a:xfrm>
            <a:off x="7350000" y="570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清澈洁净的水源</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1" grpId="0"/>
      <p:bldP spid="32" grpId="0"/>
      <p:bldP spid="33" grpId="0"/>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 name="图片 2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rPr>
              <a:t>维度类主题短语（二)</a:t>
            </a:r>
            <a:endParaRPr sz="2925" b="1">
              <a:solidFill>
                <a:srgbClr val="0F0A06"/>
              </a:solidFill>
            </a:endParaRPr>
          </a:p>
        </p:txBody>
      </p:sp>
      <p:sp>
        <p:nvSpPr>
          <p:cNvPr id="4" name="圆角矩形 3"/>
          <p:cNvSpPr>
            <a:spLocks noGrp="1"/>
          </p:cNvSpPr>
          <p:nvPr/>
        </p:nvSpPr>
        <p:spPr>
          <a:xfrm>
            <a:off x="876300" y="1466850"/>
            <a:ext cx="10439400" cy="2000250"/>
          </a:xfrm>
          <a:prstGeom prst="roundRect">
            <a:avLst>
              <a:gd name="adj" fmla="val 6667"/>
            </a:avLst>
          </a:prstGeom>
          <a:solidFill>
            <a:srgbClr val="FFF6E9"/>
          </a:solidFill>
          <a:ln w="13335">
            <a:solidFill>
              <a:srgbClr val="FFB46C"/>
            </a:solidFill>
            <a:prstDash val="solid"/>
          </a:ln>
        </p:spPr>
      </p:sp>
      <p:sp>
        <p:nvSpPr>
          <p:cNvPr id="5" name="圆角矩形 4"/>
          <p:cNvSpPr>
            <a:spLocks noGrp="1"/>
          </p:cNvSpPr>
          <p:nvPr/>
        </p:nvSpPr>
        <p:spPr>
          <a:xfrm>
            <a:off x="1143000" y="1676400"/>
            <a:ext cx="1428750" cy="419100"/>
          </a:xfrm>
          <a:prstGeom prst="roundRect">
            <a:avLst>
              <a:gd name="adj" fmla="val 27273"/>
            </a:avLst>
          </a:prstGeom>
          <a:solidFill>
            <a:srgbClr val="FF7A12"/>
          </a:solidFill>
          <a:ln w="9525">
            <a:solidFill>
              <a:srgbClr val="FF7A12"/>
            </a:solidFill>
            <a:prstDash val="solid"/>
          </a:ln>
        </p:spPr>
      </p:sp>
      <p:sp>
        <p:nvSpPr>
          <p:cNvPr id="6" name="矩形 5"/>
          <p:cNvSpPr>
            <a:spLocks noGrp="1"/>
          </p:cNvSpPr>
          <p:nvPr/>
        </p:nvSpPr>
        <p:spPr>
          <a:xfrm>
            <a:off x="1219200" y="1710000"/>
            <a:ext cx="1276350" cy="30480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生活设施</a:t>
            </a:r>
            <a:endParaRPr sz="1575" b="1">
              <a:solidFill>
                <a:srgbClr val="FFFFFF"/>
              </a:solidFill>
              <a:cs typeface="微软雅黑" panose="020B0503020204020204" charset="-122"/>
            </a:endParaRPr>
          </a:p>
        </p:txBody>
      </p:sp>
      <p:sp>
        <p:nvSpPr>
          <p:cNvPr id="7" name="椭圆 6"/>
          <p:cNvSpPr>
            <a:spLocks noGrp="1"/>
          </p:cNvSpPr>
          <p:nvPr/>
        </p:nvSpPr>
        <p:spPr>
          <a:xfrm>
            <a:off x="1295400" y="2265000"/>
            <a:ext cx="76200" cy="76200"/>
          </a:xfrm>
          <a:prstGeom prst="ellipse">
            <a:avLst/>
          </a:prstGeom>
          <a:solidFill>
            <a:srgbClr val="FF7A12"/>
          </a:solidFill>
          <a:ln w="0">
            <a:solidFill>
              <a:srgbClr val="FF7A12"/>
            </a:solidFill>
            <a:prstDash val="solid"/>
          </a:ln>
        </p:spPr>
      </p:sp>
      <p:sp>
        <p:nvSpPr>
          <p:cNvPr id="8" name="矩形 7"/>
          <p:cNvSpPr>
            <a:spLocks noGrp="1"/>
          </p:cNvSpPr>
          <p:nvPr/>
        </p:nvSpPr>
        <p:spPr>
          <a:xfrm>
            <a:off x="1504950" y="206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new houses / hospital / library</a:t>
            </a:r>
            <a:endParaRPr sz="1800" b="0">
              <a:solidFill>
                <a:srgbClr val="22160F"/>
              </a:solidFill>
              <a:cs typeface="微软雅黑" panose="020B0503020204020204" charset="-122"/>
            </a:endParaRPr>
          </a:p>
        </p:txBody>
      </p:sp>
      <p:sp>
        <p:nvSpPr>
          <p:cNvPr id="9" name="椭圆 8"/>
          <p:cNvSpPr>
            <a:spLocks noGrp="1"/>
          </p:cNvSpPr>
          <p:nvPr/>
        </p:nvSpPr>
        <p:spPr>
          <a:xfrm>
            <a:off x="1295400" y="2765000"/>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504950" y="256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supermarket / local market</a:t>
            </a:r>
            <a:endParaRPr sz="1800" b="0">
              <a:solidFill>
                <a:srgbClr val="22160F"/>
              </a:solidFill>
              <a:cs typeface="微软雅黑" panose="020B0503020204020204" charset="-122"/>
            </a:endParaRPr>
          </a:p>
        </p:txBody>
      </p:sp>
      <p:sp>
        <p:nvSpPr>
          <p:cNvPr id="11" name="椭圆 10"/>
          <p:cNvSpPr>
            <a:spLocks noGrp="1"/>
          </p:cNvSpPr>
          <p:nvPr/>
        </p:nvSpPr>
        <p:spPr>
          <a:xfrm>
            <a:off x="1295400" y="3265000"/>
            <a:ext cx="76200" cy="76200"/>
          </a:xfrm>
          <a:prstGeom prst="ellipse">
            <a:avLst/>
          </a:prstGeom>
          <a:solidFill>
            <a:srgbClr val="FF7A12"/>
          </a:solidFill>
          <a:ln w="0">
            <a:solidFill>
              <a:srgbClr val="FF7A12"/>
            </a:solidFill>
            <a:prstDash val="solid"/>
          </a:ln>
        </p:spPr>
      </p:sp>
      <p:sp>
        <p:nvSpPr>
          <p:cNvPr id="12" name="矩形 11"/>
          <p:cNvSpPr>
            <a:spLocks noGrp="1"/>
          </p:cNvSpPr>
          <p:nvPr/>
        </p:nvSpPr>
        <p:spPr>
          <a:xfrm>
            <a:off x="1504950" y="306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high-tech greenhouse</a:t>
            </a:r>
            <a:endParaRPr sz="1800" b="0">
              <a:solidFill>
                <a:srgbClr val="22160F"/>
              </a:solidFill>
              <a:cs typeface="微软雅黑" panose="020B0503020204020204" charset="-122"/>
            </a:endParaRPr>
          </a:p>
        </p:txBody>
      </p:sp>
      <p:sp>
        <p:nvSpPr>
          <p:cNvPr id="13" name="圆角矩形 12"/>
          <p:cNvSpPr>
            <a:spLocks noGrp="1"/>
          </p:cNvSpPr>
          <p:nvPr/>
        </p:nvSpPr>
        <p:spPr>
          <a:xfrm>
            <a:off x="876300" y="3733800"/>
            <a:ext cx="10439400" cy="2000250"/>
          </a:xfrm>
          <a:prstGeom prst="roundRect">
            <a:avLst>
              <a:gd name="adj" fmla="val 6667"/>
            </a:avLst>
          </a:prstGeom>
          <a:solidFill>
            <a:srgbClr val="FFFAF2"/>
          </a:solidFill>
          <a:ln w="13335">
            <a:solidFill>
              <a:srgbClr val="FFB46C"/>
            </a:solidFill>
            <a:prstDash val="solid"/>
          </a:ln>
        </p:spPr>
      </p:sp>
      <p:sp>
        <p:nvSpPr>
          <p:cNvPr id="14" name="圆角矩形 13"/>
          <p:cNvSpPr>
            <a:spLocks noGrp="1"/>
          </p:cNvSpPr>
          <p:nvPr/>
        </p:nvSpPr>
        <p:spPr>
          <a:xfrm>
            <a:off x="1143000" y="3943350"/>
            <a:ext cx="1428750" cy="419100"/>
          </a:xfrm>
          <a:prstGeom prst="roundRect">
            <a:avLst>
              <a:gd name="adj" fmla="val 27273"/>
            </a:avLst>
          </a:prstGeom>
          <a:solidFill>
            <a:srgbClr val="FF7A12"/>
          </a:solidFill>
          <a:ln w="9525">
            <a:solidFill>
              <a:srgbClr val="FF7A12"/>
            </a:solidFill>
            <a:prstDash val="solid"/>
          </a:ln>
        </p:spPr>
      </p:sp>
      <p:sp>
        <p:nvSpPr>
          <p:cNvPr id="15" name="矩形 14"/>
          <p:cNvSpPr>
            <a:spLocks noGrp="1"/>
          </p:cNvSpPr>
          <p:nvPr/>
        </p:nvSpPr>
        <p:spPr>
          <a:xfrm>
            <a:off x="1219200" y="3971490"/>
            <a:ext cx="1276350" cy="30480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生活发展</a:t>
            </a:r>
            <a:endParaRPr sz="1575" b="1">
              <a:solidFill>
                <a:srgbClr val="FFFFFF"/>
              </a:solidFill>
              <a:cs typeface="微软雅黑" panose="020B0503020204020204" charset="-122"/>
            </a:endParaRPr>
          </a:p>
        </p:txBody>
      </p:sp>
      <p:sp>
        <p:nvSpPr>
          <p:cNvPr id="16" name="椭圆 15"/>
          <p:cNvSpPr>
            <a:spLocks noGrp="1"/>
          </p:cNvSpPr>
          <p:nvPr/>
        </p:nvSpPr>
        <p:spPr>
          <a:xfrm>
            <a:off x="1295400" y="4545000"/>
            <a:ext cx="76200" cy="76200"/>
          </a:xfrm>
          <a:prstGeom prst="ellipse">
            <a:avLst/>
          </a:prstGeom>
          <a:solidFill>
            <a:srgbClr val="FF7A12"/>
          </a:solidFill>
          <a:ln w="0">
            <a:solidFill>
              <a:srgbClr val="FF7A12"/>
            </a:solidFill>
            <a:prstDash val="solid"/>
          </a:ln>
        </p:spPr>
      </p:sp>
      <p:sp>
        <p:nvSpPr>
          <p:cNvPr id="17" name="矩形 16"/>
          <p:cNvSpPr>
            <a:spLocks noGrp="1"/>
          </p:cNvSpPr>
          <p:nvPr/>
        </p:nvSpPr>
        <p:spPr>
          <a:xfrm>
            <a:off x="1504950" y="434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tourist attraction</a:t>
            </a:r>
            <a:endParaRPr sz="1800" b="0">
              <a:solidFill>
                <a:srgbClr val="22160F"/>
              </a:solidFill>
              <a:cs typeface="微软雅黑" panose="020B0503020204020204" charset="-122"/>
            </a:endParaRPr>
          </a:p>
        </p:txBody>
      </p:sp>
      <p:sp>
        <p:nvSpPr>
          <p:cNvPr id="18" name="椭圆 17"/>
          <p:cNvSpPr>
            <a:spLocks noGrp="1"/>
          </p:cNvSpPr>
          <p:nvPr/>
        </p:nvSpPr>
        <p:spPr>
          <a:xfrm>
            <a:off x="1295400" y="5045000"/>
            <a:ext cx="76200" cy="76200"/>
          </a:xfrm>
          <a:prstGeom prst="ellipse">
            <a:avLst/>
          </a:prstGeom>
          <a:solidFill>
            <a:srgbClr val="FF7A12"/>
          </a:solidFill>
          <a:ln w="0">
            <a:solidFill>
              <a:srgbClr val="FF7A12"/>
            </a:solidFill>
            <a:prstDash val="solid"/>
          </a:ln>
        </p:spPr>
      </p:sp>
      <p:sp>
        <p:nvSpPr>
          <p:cNvPr id="19" name="矩形 18"/>
          <p:cNvSpPr>
            <a:spLocks noGrp="1"/>
          </p:cNvSpPr>
          <p:nvPr/>
        </p:nvSpPr>
        <p:spPr>
          <a:xfrm>
            <a:off x="1504950" y="484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sell products online</a:t>
            </a:r>
            <a:endParaRPr sz="1800" b="0">
              <a:solidFill>
                <a:srgbClr val="22160F"/>
              </a:solidFill>
              <a:cs typeface="微软雅黑" panose="020B0503020204020204" charset="-122"/>
            </a:endParaRPr>
          </a:p>
        </p:txBody>
      </p:sp>
      <p:sp>
        <p:nvSpPr>
          <p:cNvPr id="20" name="椭圆 19"/>
          <p:cNvSpPr>
            <a:spLocks noGrp="1"/>
          </p:cNvSpPr>
          <p:nvPr/>
        </p:nvSpPr>
        <p:spPr>
          <a:xfrm>
            <a:off x="1295400" y="5545000"/>
            <a:ext cx="76200" cy="76200"/>
          </a:xfrm>
          <a:prstGeom prst="ellipse">
            <a:avLst/>
          </a:prstGeom>
          <a:solidFill>
            <a:srgbClr val="FF7A12"/>
          </a:solidFill>
          <a:ln w="0">
            <a:solidFill>
              <a:srgbClr val="FF7A12"/>
            </a:solidFill>
            <a:prstDash val="solid"/>
          </a:ln>
        </p:spPr>
      </p:sp>
      <p:sp>
        <p:nvSpPr>
          <p:cNvPr id="21" name="矩形 20"/>
          <p:cNvSpPr>
            <a:spLocks noGrp="1"/>
          </p:cNvSpPr>
          <p:nvPr/>
        </p:nvSpPr>
        <p:spPr>
          <a:xfrm>
            <a:off x="1504950" y="5340000"/>
            <a:ext cx="5250000" cy="400000"/>
          </a:xfrm>
          <a:prstGeom prst="rect">
            <a:avLst/>
          </a:prstGeom>
          <a:noFill/>
          <a:ln w="0">
            <a:noFill/>
            <a:prstDash val="solid"/>
          </a:ln>
        </p:spPr>
        <p:txBody>
          <a:bodyPr/>
          <a:lstStyle/>
          <a:p>
            <a:pPr algn="l">
              <a:lnSpc>
                <a:spcPct val="108000"/>
              </a:lnSpc>
              <a:buNone/>
              <a:defRPr sz="1800" b="0">
                <a:solidFill>
                  <a:srgbClr val="22160F"/>
                </a:solidFill>
                <a:latin typeface="微软雅黑" panose="020B0503020204020204" charset="-122"/>
                <a:ea typeface="微软雅黑" panose="020B0503020204020204" charset="-122"/>
                <a:cs typeface="微软雅黑" panose="020B0503020204020204" charset="-122"/>
              </a:defRPr>
            </a:pPr>
            <a:r>
              <a:rPr sz="1800" b="0">
                <a:solidFill>
                  <a:srgbClr val="22160F"/>
                </a:solidFill>
                <a:cs typeface="微软雅黑" panose="020B0503020204020204" charset="-122"/>
              </a:rPr>
              <a:t>live a rich and happy life</a:t>
            </a:r>
            <a:endParaRPr sz="1800" b="0">
              <a:solidFill>
                <a:srgbClr val="22160F"/>
              </a:solidFill>
              <a:cs typeface="微软雅黑" panose="020B0503020204020204" charset="-122"/>
            </a:endParaRPr>
          </a:p>
        </p:txBody>
      </p:sp>
      <p:sp>
        <p:nvSpPr>
          <p:cNvPr id="23" name="中文释义 23"/>
          <p:cNvSpPr txBox="1">
            <a:spLocks noGrp="1"/>
          </p:cNvSpPr>
          <p:nvPr/>
        </p:nvSpPr>
        <p:spPr>
          <a:xfrm>
            <a:off x="7350000" y="207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新房 / 医院 / 图书馆</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4" name="中文释义 24"/>
          <p:cNvSpPr txBox="1">
            <a:spLocks noGrp="1"/>
          </p:cNvSpPr>
          <p:nvPr/>
        </p:nvSpPr>
        <p:spPr>
          <a:xfrm>
            <a:off x="7350000" y="257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超市 / 本地市场</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5" name="中文释义 25"/>
          <p:cNvSpPr txBox="1">
            <a:spLocks noGrp="1"/>
          </p:cNvSpPr>
          <p:nvPr/>
        </p:nvSpPr>
        <p:spPr>
          <a:xfrm>
            <a:off x="7350000" y="307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高科技温室</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6" name="中文释义 26"/>
          <p:cNvSpPr txBox="1">
            <a:spLocks noGrp="1"/>
          </p:cNvSpPr>
          <p:nvPr/>
        </p:nvSpPr>
        <p:spPr>
          <a:xfrm>
            <a:off x="7350000" y="435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旅游景点</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7" name="中文释义 27"/>
          <p:cNvSpPr txBox="1">
            <a:spLocks noGrp="1"/>
          </p:cNvSpPr>
          <p:nvPr/>
        </p:nvSpPr>
        <p:spPr>
          <a:xfrm>
            <a:off x="7350000" y="485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线上售卖产品</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
        <p:nvSpPr>
          <p:cNvPr id="28" name="中文释义 28"/>
          <p:cNvSpPr txBox="1">
            <a:spLocks noGrp="1"/>
          </p:cNvSpPr>
          <p:nvPr/>
        </p:nvSpPr>
        <p:spPr>
          <a:xfrm>
            <a:off x="7350000" y="5352000"/>
            <a:ext cx="2850000" cy="400000"/>
          </a:xfrm>
          <a:prstGeom prst="rect">
            <a:avLst/>
          </a:prstGeom>
          <a:noFill/>
          <a:ln w="0">
            <a:noFill/>
            <a:prstDash val="solid"/>
          </a:ln>
        </p:spPr>
        <p:txBody>
          <a:bodyPr wrap="square" lIns="0" tIns="0" rIns="0" bIns="0"/>
          <a:lstStyle/>
          <a:p>
            <a:pPr algn="l">
              <a:lnSpc>
                <a:spcPct val="100000"/>
              </a:lnSpc>
              <a:buNone/>
              <a:defRPr sz="1800" b="0">
                <a:solidFill>
                  <a:srgbClr val="0F0A06"/>
                </a:solidFill>
                <a:latin typeface="微软雅黑" panose="020B0503020204020204" charset="-122"/>
                <a:ea typeface="微软雅黑" panose="020B0503020204020204" charset="-122"/>
                <a:cs typeface="微软雅黑" panose="020B0503020204020204" charset="-122"/>
              </a:defRPr>
            </a:pPr>
            <a:r>
              <a:rPr sz="1800" b="0">
                <a:solidFill>
                  <a:srgbClr val="0F0A06"/>
                </a:solidFill>
                <a:latin typeface="微软雅黑" panose="020B0503020204020204" charset="-122"/>
                <a:ea typeface="微软雅黑" panose="020B0503020204020204" charset="-122"/>
                <a:cs typeface="微软雅黑" panose="020B0503020204020204" charset="-122"/>
              </a:rPr>
              <a:t>过着富裕幸福的生活</a:t>
            </a:r>
            <a:endParaRPr sz="1800" b="0">
              <a:solidFill>
                <a:srgbClr val="0F0A0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 name="图片 22"/>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中考衔接短语</a:t>
            </a:r>
            <a:endParaRPr sz="2925" b="1">
              <a:solidFill>
                <a:srgbClr val="0F0A06"/>
              </a:solidFill>
              <a:cs typeface="微软雅黑" panose="020B0503020204020204" charset="-122"/>
            </a:endParaRPr>
          </a:p>
        </p:txBody>
      </p:sp>
      <p:sp>
        <p:nvSpPr>
          <p:cNvPr id="4" name="圆角矩形 3"/>
          <p:cNvSpPr>
            <a:spLocks noGrp="1"/>
          </p:cNvSpPr>
          <p:nvPr/>
        </p:nvSpPr>
        <p:spPr>
          <a:xfrm>
            <a:off x="876300" y="1466850"/>
            <a:ext cx="10439400" cy="4438650"/>
          </a:xfrm>
          <a:prstGeom prst="roundRect">
            <a:avLst>
              <a:gd name="adj" fmla="val 3004"/>
            </a:avLst>
          </a:prstGeom>
          <a:solidFill>
            <a:srgbClr val="FFFAF4"/>
          </a:solidFill>
          <a:ln w="13335">
            <a:solidFill>
              <a:srgbClr val="FFB46C"/>
            </a:solidFill>
            <a:prstDash val="solid"/>
          </a:ln>
        </p:spPr>
      </p:sp>
      <p:sp>
        <p:nvSpPr>
          <p:cNvPr id="5" name="圆角矩形 4"/>
          <p:cNvSpPr>
            <a:spLocks noGrp="1"/>
          </p:cNvSpPr>
          <p:nvPr/>
        </p:nvSpPr>
        <p:spPr>
          <a:xfrm>
            <a:off x="1123950" y="1809750"/>
            <a:ext cx="4762500" cy="990600"/>
          </a:xfrm>
          <a:prstGeom prst="roundRect">
            <a:avLst>
              <a:gd name="adj" fmla="val 13462"/>
            </a:avLst>
          </a:prstGeom>
          <a:solidFill>
            <a:srgbClr val="FFFFFF"/>
          </a:solidFill>
          <a:ln w="13335">
            <a:solidFill>
              <a:srgbClr val="FFD2A3"/>
            </a:solidFill>
            <a:prstDash val="solid"/>
          </a:ln>
        </p:spPr>
      </p:sp>
      <p:sp>
        <p:nvSpPr>
          <p:cNvPr id="6" name="矩形 5"/>
          <p:cNvSpPr>
            <a:spLocks noGrp="1"/>
          </p:cNvSpPr>
          <p:nvPr/>
        </p:nvSpPr>
        <p:spPr>
          <a:xfrm>
            <a:off x="1352550" y="1924050"/>
            <a:ext cx="4238625" cy="361950"/>
          </a:xfrm>
          <a:prstGeom prst="rect">
            <a:avLst/>
          </a:prstGeom>
          <a:noFill/>
          <a:ln w="0">
            <a:noFill/>
            <a:prstDash val="solid"/>
          </a:ln>
        </p:spPr>
        <p:txBody>
          <a:bodyPr/>
          <a:lstStyle/>
          <a:p>
            <a:pPr algn="l">
              <a:lnSpc>
                <a:spcPct val="112000"/>
              </a:lnSpc>
              <a:buNone/>
              <a:defRPr sz="2175" b="1">
                <a:solidFill>
                  <a:srgbClr val="C84F00"/>
                </a:solidFill>
                <a:latin typeface="微软雅黑" panose="020B0503020204020204" charset="-122"/>
                <a:ea typeface="微软雅黑" panose="020B0503020204020204" charset="-122"/>
                <a:cs typeface="微软雅黑" panose="020B0503020204020204" charset="-122"/>
              </a:defRPr>
            </a:pPr>
            <a:r>
              <a:rPr sz="2175" b="1">
                <a:solidFill>
                  <a:srgbClr val="C84F00"/>
                </a:solidFill>
                <a:cs typeface="微软雅黑" panose="020B0503020204020204" charset="-122"/>
              </a:rPr>
              <a:t>not only ... but also ...</a:t>
            </a:r>
            <a:endParaRPr sz="2175" b="1">
              <a:solidFill>
                <a:srgbClr val="C84F00"/>
              </a:solidFill>
              <a:cs typeface="微软雅黑" panose="020B0503020204020204" charset="-122"/>
            </a:endParaRPr>
          </a:p>
        </p:txBody>
      </p:sp>
      <p:sp>
        <p:nvSpPr>
          <p:cNvPr id="7" name="矩形 6"/>
          <p:cNvSpPr>
            <a:spLocks noGrp="1"/>
          </p:cNvSpPr>
          <p:nvPr/>
        </p:nvSpPr>
        <p:spPr>
          <a:xfrm>
            <a:off x="1352550" y="2362200"/>
            <a:ext cx="4238625" cy="323850"/>
          </a:xfrm>
          <a:prstGeom prst="rect">
            <a:avLst/>
          </a:prstGeom>
          <a:noFill/>
          <a:ln w="0">
            <a:noFill/>
            <a:prstDash val="solid"/>
          </a:ln>
        </p:spPr>
        <p:txBody>
          <a:bodyPr/>
          <a:lstStyle/>
          <a:p>
            <a:pPr algn="l">
              <a:lnSpc>
                <a:spcPct val="112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rPr>
              <a:t>不仅……而且……</a:t>
            </a:r>
            <a:endParaRPr sz="2025" b="0">
              <a:solidFill>
                <a:srgbClr val="7B4B31"/>
              </a:solidFill>
            </a:endParaRPr>
          </a:p>
        </p:txBody>
      </p:sp>
      <p:sp>
        <p:nvSpPr>
          <p:cNvPr id="8" name="圆角矩形 7"/>
          <p:cNvSpPr>
            <a:spLocks noGrp="1"/>
          </p:cNvSpPr>
          <p:nvPr/>
        </p:nvSpPr>
        <p:spPr>
          <a:xfrm>
            <a:off x="6286500" y="1809750"/>
            <a:ext cx="4762500" cy="990600"/>
          </a:xfrm>
          <a:prstGeom prst="roundRect">
            <a:avLst>
              <a:gd name="adj" fmla="val 13462"/>
            </a:avLst>
          </a:prstGeom>
          <a:solidFill>
            <a:srgbClr val="FFFFFF"/>
          </a:solidFill>
          <a:ln w="13335">
            <a:solidFill>
              <a:srgbClr val="FFD2A3"/>
            </a:solidFill>
            <a:prstDash val="solid"/>
          </a:ln>
        </p:spPr>
      </p:sp>
      <p:sp>
        <p:nvSpPr>
          <p:cNvPr id="9" name="矩形 8"/>
          <p:cNvSpPr>
            <a:spLocks noGrp="1"/>
          </p:cNvSpPr>
          <p:nvPr/>
        </p:nvSpPr>
        <p:spPr>
          <a:xfrm>
            <a:off x="6515100" y="1924050"/>
            <a:ext cx="4238625" cy="361950"/>
          </a:xfrm>
          <a:prstGeom prst="rect">
            <a:avLst/>
          </a:prstGeom>
          <a:noFill/>
          <a:ln w="0">
            <a:noFill/>
            <a:prstDash val="solid"/>
          </a:ln>
        </p:spPr>
        <p:txBody>
          <a:bodyPr/>
          <a:lstStyle/>
          <a:p>
            <a:pPr algn="l">
              <a:lnSpc>
                <a:spcPct val="112000"/>
              </a:lnSpc>
              <a:buNone/>
              <a:defRPr sz="2175" b="1">
                <a:solidFill>
                  <a:srgbClr val="C84F00"/>
                </a:solidFill>
                <a:latin typeface="微软雅黑" panose="020B0503020204020204" charset="-122"/>
                <a:ea typeface="微软雅黑" panose="020B0503020204020204" charset="-122"/>
                <a:cs typeface="微软雅黑" panose="020B0503020204020204" charset="-122"/>
              </a:defRPr>
            </a:pPr>
            <a:r>
              <a:rPr sz="2175" b="1">
                <a:solidFill>
                  <a:srgbClr val="C84F00"/>
                </a:solidFill>
                <a:cs typeface="微软雅黑" panose="020B0503020204020204" charset="-122"/>
              </a:rPr>
              <a:t>both ... and ...</a:t>
            </a:r>
            <a:endParaRPr sz="2175" b="1">
              <a:solidFill>
                <a:srgbClr val="C84F00"/>
              </a:solidFill>
              <a:cs typeface="微软雅黑" panose="020B0503020204020204" charset="-122"/>
            </a:endParaRPr>
          </a:p>
        </p:txBody>
      </p:sp>
      <p:sp>
        <p:nvSpPr>
          <p:cNvPr id="10" name="矩形 9"/>
          <p:cNvSpPr>
            <a:spLocks noGrp="1"/>
          </p:cNvSpPr>
          <p:nvPr/>
        </p:nvSpPr>
        <p:spPr>
          <a:xfrm>
            <a:off x="6515100" y="2362200"/>
            <a:ext cx="4238625" cy="323850"/>
          </a:xfrm>
          <a:prstGeom prst="rect">
            <a:avLst/>
          </a:prstGeom>
          <a:noFill/>
          <a:ln w="0">
            <a:noFill/>
            <a:prstDash val="solid"/>
          </a:ln>
        </p:spPr>
        <p:txBody>
          <a:bodyPr/>
          <a:lstStyle/>
          <a:p>
            <a:pPr algn="l">
              <a:lnSpc>
                <a:spcPct val="112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cs typeface="微软雅黑" panose="020B0503020204020204" charset="-122"/>
              </a:rPr>
              <a:t>两者都</a:t>
            </a:r>
            <a:endParaRPr sz="2025" b="0">
              <a:solidFill>
                <a:srgbClr val="7B4B31"/>
              </a:solidFill>
              <a:cs typeface="微软雅黑" panose="020B0503020204020204" charset="-122"/>
            </a:endParaRPr>
          </a:p>
        </p:txBody>
      </p:sp>
      <p:sp>
        <p:nvSpPr>
          <p:cNvPr id="11" name="圆角矩形 10"/>
          <p:cNvSpPr>
            <a:spLocks noGrp="1"/>
          </p:cNvSpPr>
          <p:nvPr/>
        </p:nvSpPr>
        <p:spPr>
          <a:xfrm>
            <a:off x="1123950" y="3181350"/>
            <a:ext cx="4762500" cy="990600"/>
          </a:xfrm>
          <a:prstGeom prst="roundRect">
            <a:avLst>
              <a:gd name="adj" fmla="val 13462"/>
            </a:avLst>
          </a:prstGeom>
          <a:solidFill>
            <a:srgbClr val="FFFFFF"/>
          </a:solidFill>
          <a:ln w="13335">
            <a:solidFill>
              <a:srgbClr val="FFD2A3"/>
            </a:solidFill>
            <a:prstDash val="solid"/>
          </a:ln>
        </p:spPr>
      </p:sp>
      <p:sp>
        <p:nvSpPr>
          <p:cNvPr id="12" name="矩形 11"/>
          <p:cNvSpPr>
            <a:spLocks noGrp="1"/>
          </p:cNvSpPr>
          <p:nvPr/>
        </p:nvSpPr>
        <p:spPr>
          <a:xfrm>
            <a:off x="1352550" y="3295650"/>
            <a:ext cx="4238625" cy="361950"/>
          </a:xfrm>
          <a:prstGeom prst="rect">
            <a:avLst/>
          </a:prstGeom>
          <a:noFill/>
          <a:ln w="0">
            <a:noFill/>
            <a:prstDash val="solid"/>
          </a:ln>
        </p:spPr>
        <p:txBody>
          <a:bodyPr/>
          <a:lstStyle/>
          <a:p>
            <a:pPr algn="l">
              <a:lnSpc>
                <a:spcPct val="112000"/>
              </a:lnSpc>
              <a:buNone/>
              <a:defRPr sz="2175" b="1">
                <a:solidFill>
                  <a:srgbClr val="C84F00"/>
                </a:solidFill>
                <a:latin typeface="微软雅黑" panose="020B0503020204020204" charset="-122"/>
                <a:ea typeface="微软雅黑" panose="020B0503020204020204" charset="-122"/>
                <a:cs typeface="微软雅黑" panose="020B0503020204020204" charset="-122"/>
              </a:defRPr>
            </a:pPr>
            <a:r>
              <a:rPr sz="2175" b="1">
                <a:solidFill>
                  <a:srgbClr val="C84F00"/>
                </a:solidFill>
                <a:cs typeface="微软雅黑" panose="020B0503020204020204" charset="-122"/>
              </a:rPr>
              <a:t>at the same time</a:t>
            </a:r>
            <a:endParaRPr sz="2175" b="1">
              <a:solidFill>
                <a:srgbClr val="C84F00"/>
              </a:solidFill>
              <a:cs typeface="微软雅黑" panose="020B0503020204020204" charset="-122"/>
            </a:endParaRPr>
          </a:p>
        </p:txBody>
      </p:sp>
      <p:sp>
        <p:nvSpPr>
          <p:cNvPr id="13" name="矩形 12"/>
          <p:cNvSpPr>
            <a:spLocks noGrp="1"/>
          </p:cNvSpPr>
          <p:nvPr/>
        </p:nvSpPr>
        <p:spPr>
          <a:xfrm>
            <a:off x="1352550" y="3733800"/>
            <a:ext cx="4238625" cy="323850"/>
          </a:xfrm>
          <a:prstGeom prst="rect">
            <a:avLst/>
          </a:prstGeom>
          <a:noFill/>
          <a:ln w="0">
            <a:noFill/>
            <a:prstDash val="solid"/>
          </a:ln>
        </p:spPr>
        <p:txBody>
          <a:bodyPr/>
          <a:lstStyle/>
          <a:p>
            <a:pPr algn="l">
              <a:lnSpc>
                <a:spcPct val="112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cs typeface="微软雅黑" panose="020B0503020204020204" charset="-122"/>
              </a:rPr>
              <a:t>同时</a:t>
            </a:r>
            <a:endParaRPr sz="2025" b="0">
              <a:solidFill>
                <a:srgbClr val="7B4B31"/>
              </a:solidFill>
              <a:cs typeface="微软雅黑" panose="020B0503020204020204" charset="-122"/>
            </a:endParaRPr>
          </a:p>
        </p:txBody>
      </p:sp>
      <p:sp>
        <p:nvSpPr>
          <p:cNvPr id="14" name="圆角矩形 13"/>
          <p:cNvSpPr>
            <a:spLocks noGrp="1"/>
          </p:cNvSpPr>
          <p:nvPr/>
        </p:nvSpPr>
        <p:spPr>
          <a:xfrm>
            <a:off x="6286500" y="3181350"/>
            <a:ext cx="4762500" cy="990600"/>
          </a:xfrm>
          <a:prstGeom prst="roundRect">
            <a:avLst>
              <a:gd name="adj" fmla="val 13462"/>
            </a:avLst>
          </a:prstGeom>
          <a:solidFill>
            <a:srgbClr val="FFFFFF"/>
          </a:solidFill>
          <a:ln w="13335">
            <a:solidFill>
              <a:srgbClr val="FFD2A3"/>
            </a:solidFill>
            <a:prstDash val="solid"/>
          </a:ln>
        </p:spPr>
      </p:sp>
      <p:sp>
        <p:nvSpPr>
          <p:cNvPr id="15" name="矩形 14"/>
          <p:cNvSpPr>
            <a:spLocks noGrp="1"/>
          </p:cNvSpPr>
          <p:nvPr/>
        </p:nvSpPr>
        <p:spPr>
          <a:xfrm>
            <a:off x="6515100" y="3295650"/>
            <a:ext cx="4238625" cy="361950"/>
          </a:xfrm>
          <a:prstGeom prst="rect">
            <a:avLst/>
          </a:prstGeom>
          <a:noFill/>
          <a:ln w="0">
            <a:noFill/>
            <a:prstDash val="solid"/>
          </a:ln>
        </p:spPr>
        <p:txBody>
          <a:bodyPr/>
          <a:lstStyle/>
          <a:p>
            <a:pPr algn="l">
              <a:lnSpc>
                <a:spcPct val="112000"/>
              </a:lnSpc>
              <a:buNone/>
              <a:defRPr sz="2175" b="1">
                <a:solidFill>
                  <a:srgbClr val="C84F00"/>
                </a:solidFill>
                <a:latin typeface="微软雅黑" panose="020B0503020204020204" charset="-122"/>
                <a:ea typeface="微软雅黑" panose="020B0503020204020204" charset="-122"/>
                <a:cs typeface="微软雅黑" panose="020B0503020204020204" charset="-122"/>
              </a:defRPr>
            </a:pPr>
            <a:r>
              <a:rPr sz="2175" b="1">
                <a:solidFill>
                  <a:srgbClr val="C84F00"/>
                </a:solidFill>
                <a:cs typeface="微软雅黑" panose="020B0503020204020204" charset="-122"/>
              </a:rPr>
              <a:t>what's more</a:t>
            </a:r>
            <a:endParaRPr sz="2175" b="1">
              <a:solidFill>
                <a:srgbClr val="C84F00"/>
              </a:solidFill>
              <a:cs typeface="微软雅黑" panose="020B0503020204020204" charset="-122"/>
            </a:endParaRPr>
          </a:p>
        </p:txBody>
      </p:sp>
      <p:sp>
        <p:nvSpPr>
          <p:cNvPr id="16" name="矩形 15"/>
          <p:cNvSpPr>
            <a:spLocks noGrp="1"/>
          </p:cNvSpPr>
          <p:nvPr/>
        </p:nvSpPr>
        <p:spPr>
          <a:xfrm>
            <a:off x="6515100" y="3733800"/>
            <a:ext cx="4238625" cy="323850"/>
          </a:xfrm>
          <a:prstGeom prst="rect">
            <a:avLst/>
          </a:prstGeom>
          <a:noFill/>
          <a:ln w="0">
            <a:noFill/>
            <a:prstDash val="solid"/>
          </a:ln>
        </p:spPr>
        <p:txBody>
          <a:bodyPr/>
          <a:lstStyle/>
          <a:p>
            <a:pPr algn="l">
              <a:lnSpc>
                <a:spcPct val="112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cs typeface="微软雅黑" panose="020B0503020204020204" charset="-122"/>
              </a:rPr>
              <a:t>此外；而且</a:t>
            </a:r>
            <a:endParaRPr sz="2025" b="0">
              <a:solidFill>
                <a:srgbClr val="7B4B31"/>
              </a:solidFill>
              <a:cs typeface="微软雅黑" panose="020B0503020204020204" charset="-122"/>
            </a:endParaRPr>
          </a:p>
        </p:txBody>
      </p:sp>
      <p:sp>
        <p:nvSpPr>
          <p:cNvPr id="17" name="圆角矩形 16"/>
          <p:cNvSpPr>
            <a:spLocks noGrp="1"/>
          </p:cNvSpPr>
          <p:nvPr/>
        </p:nvSpPr>
        <p:spPr>
          <a:xfrm>
            <a:off x="1123950" y="4552950"/>
            <a:ext cx="4762500" cy="990600"/>
          </a:xfrm>
          <a:prstGeom prst="roundRect">
            <a:avLst>
              <a:gd name="adj" fmla="val 13462"/>
            </a:avLst>
          </a:prstGeom>
          <a:solidFill>
            <a:srgbClr val="FFFFFF"/>
          </a:solidFill>
          <a:ln w="13335">
            <a:solidFill>
              <a:srgbClr val="FFD2A3"/>
            </a:solidFill>
            <a:prstDash val="solid"/>
          </a:ln>
        </p:spPr>
      </p:sp>
      <p:sp>
        <p:nvSpPr>
          <p:cNvPr id="18" name="矩形 17"/>
          <p:cNvSpPr>
            <a:spLocks noGrp="1"/>
          </p:cNvSpPr>
          <p:nvPr/>
        </p:nvSpPr>
        <p:spPr>
          <a:xfrm>
            <a:off x="1352550" y="4667250"/>
            <a:ext cx="4238625" cy="361950"/>
          </a:xfrm>
          <a:prstGeom prst="rect">
            <a:avLst/>
          </a:prstGeom>
          <a:noFill/>
          <a:ln w="0">
            <a:noFill/>
            <a:prstDash val="solid"/>
          </a:ln>
        </p:spPr>
        <p:txBody>
          <a:bodyPr/>
          <a:lstStyle/>
          <a:p>
            <a:pPr algn="l">
              <a:lnSpc>
                <a:spcPct val="112000"/>
              </a:lnSpc>
              <a:buNone/>
              <a:defRPr sz="2175" b="1">
                <a:solidFill>
                  <a:srgbClr val="C84F00"/>
                </a:solidFill>
                <a:latin typeface="微软雅黑" panose="020B0503020204020204" charset="-122"/>
                <a:ea typeface="微软雅黑" panose="020B0503020204020204" charset="-122"/>
                <a:cs typeface="微软雅黑" panose="020B0503020204020204" charset="-122"/>
              </a:defRPr>
            </a:pPr>
            <a:r>
              <a:rPr sz="2175" b="1">
                <a:solidFill>
                  <a:srgbClr val="C84F00"/>
                </a:solidFill>
                <a:cs typeface="微软雅黑" panose="020B0503020204020204" charset="-122"/>
              </a:rPr>
              <a:t>make great progress</a:t>
            </a:r>
            <a:endParaRPr sz="2175" b="1">
              <a:solidFill>
                <a:srgbClr val="C84F00"/>
              </a:solidFill>
              <a:cs typeface="微软雅黑" panose="020B0503020204020204" charset="-122"/>
            </a:endParaRPr>
          </a:p>
        </p:txBody>
      </p:sp>
      <p:sp>
        <p:nvSpPr>
          <p:cNvPr id="19" name="矩形 18"/>
          <p:cNvSpPr>
            <a:spLocks noGrp="1"/>
          </p:cNvSpPr>
          <p:nvPr/>
        </p:nvSpPr>
        <p:spPr>
          <a:xfrm>
            <a:off x="1352550" y="5105400"/>
            <a:ext cx="4238625" cy="323850"/>
          </a:xfrm>
          <a:prstGeom prst="rect">
            <a:avLst/>
          </a:prstGeom>
          <a:noFill/>
          <a:ln w="0">
            <a:noFill/>
            <a:prstDash val="solid"/>
          </a:ln>
        </p:spPr>
        <p:txBody>
          <a:bodyPr/>
          <a:lstStyle/>
          <a:p>
            <a:pPr algn="l">
              <a:lnSpc>
                <a:spcPct val="112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cs typeface="微软雅黑" panose="020B0503020204020204" charset="-122"/>
              </a:rPr>
              <a:t>取得巨大进步</a:t>
            </a:r>
            <a:endParaRPr sz="2025" b="0">
              <a:solidFill>
                <a:srgbClr val="7B4B31"/>
              </a:solidFill>
              <a:cs typeface="微软雅黑" panose="020B0503020204020204" charset="-122"/>
            </a:endParaRPr>
          </a:p>
        </p:txBody>
      </p:sp>
      <p:sp>
        <p:nvSpPr>
          <p:cNvPr id="20" name="圆角矩形 19"/>
          <p:cNvSpPr>
            <a:spLocks noGrp="1"/>
          </p:cNvSpPr>
          <p:nvPr/>
        </p:nvSpPr>
        <p:spPr>
          <a:xfrm>
            <a:off x="6286500" y="4552950"/>
            <a:ext cx="4762500" cy="990600"/>
          </a:xfrm>
          <a:prstGeom prst="roundRect">
            <a:avLst>
              <a:gd name="adj" fmla="val 13462"/>
            </a:avLst>
          </a:prstGeom>
          <a:solidFill>
            <a:srgbClr val="FFFFFF"/>
          </a:solidFill>
          <a:ln w="13335">
            <a:solidFill>
              <a:srgbClr val="FFD2A3"/>
            </a:solidFill>
            <a:prstDash val="solid"/>
          </a:ln>
        </p:spPr>
      </p:sp>
      <p:sp>
        <p:nvSpPr>
          <p:cNvPr id="21" name="矩形 20"/>
          <p:cNvSpPr>
            <a:spLocks noGrp="1"/>
          </p:cNvSpPr>
          <p:nvPr/>
        </p:nvSpPr>
        <p:spPr>
          <a:xfrm>
            <a:off x="6515100" y="4667250"/>
            <a:ext cx="4238625" cy="361950"/>
          </a:xfrm>
          <a:prstGeom prst="rect">
            <a:avLst/>
          </a:prstGeom>
          <a:noFill/>
          <a:ln w="0">
            <a:noFill/>
            <a:prstDash val="solid"/>
          </a:ln>
        </p:spPr>
        <p:txBody>
          <a:bodyPr/>
          <a:lstStyle/>
          <a:p>
            <a:pPr algn="l">
              <a:lnSpc>
                <a:spcPct val="112000"/>
              </a:lnSpc>
              <a:buNone/>
              <a:defRPr sz="2175" b="1">
                <a:solidFill>
                  <a:srgbClr val="C84F00"/>
                </a:solidFill>
                <a:latin typeface="微软雅黑" panose="020B0503020204020204" charset="-122"/>
                <a:ea typeface="微软雅黑" panose="020B0503020204020204" charset="-122"/>
                <a:cs typeface="微软雅黑" panose="020B0503020204020204" charset="-122"/>
              </a:defRPr>
            </a:pPr>
            <a:r>
              <a:rPr sz="2175" b="1">
                <a:solidFill>
                  <a:srgbClr val="C84F00"/>
                </a:solidFill>
                <a:cs typeface="微软雅黑" panose="020B0503020204020204" charset="-122"/>
              </a:rPr>
              <a:t>build a better future</a:t>
            </a:r>
            <a:endParaRPr sz="2175" b="1">
              <a:solidFill>
                <a:srgbClr val="C84F00"/>
              </a:solidFill>
              <a:cs typeface="微软雅黑" panose="020B0503020204020204" charset="-122"/>
            </a:endParaRPr>
          </a:p>
        </p:txBody>
      </p:sp>
      <p:sp>
        <p:nvSpPr>
          <p:cNvPr id="22" name="矩形 21"/>
          <p:cNvSpPr>
            <a:spLocks noGrp="1"/>
          </p:cNvSpPr>
          <p:nvPr/>
        </p:nvSpPr>
        <p:spPr>
          <a:xfrm>
            <a:off x="6515100" y="5105400"/>
            <a:ext cx="4238625" cy="323850"/>
          </a:xfrm>
          <a:prstGeom prst="rect">
            <a:avLst/>
          </a:prstGeom>
          <a:noFill/>
          <a:ln w="0">
            <a:noFill/>
            <a:prstDash val="solid"/>
          </a:ln>
        </p:spPr>
        <p:txBody>
          <a:bodyPr/>
          <a:lstStyle/>
          <a:p>
            <a:pPr algn="l">
              <a:lnSpc>
                <a:spcPct val="112000"/>
              </a:lnSpc>
              <a:buNone/>
              <a:defRPr sz="2025" b="0">
                <a:solidFill>
                  <a:srgbClr val="7B4B31"/>
                </a:solidFill>
                <a:latin typeface="微软雅黑" panose="020B0503020204020204" charset="-122"/>
                <a:ea typeface="微软雅黑" panose="020B0503020204020204" charset="-122"/>
                <a:cs typeface="微软雅黑" panose="020B0503020204020204" charset="-122"/>
              </a:defRPr>
            </a:pPr>
            <a:r>
              <a:rPr sz="2025" b="0">
                <a:solidFill>
                  <a:srgbClr val="7B4B31"/>
                </a:solidFill>
                <a:cs typeface="微软雅黑" panose="020B0503020204020204" charset="-122"/>
              </a:rPr>
              <a:t>建设更美好的未来</a:t>
            </a:r>
            <a:endParaRPr sz="2025" b="0">
              <a:solidFill>
                <a:srgbClr val="7B4B31"/>
              </a:solidFill>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500"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500"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500"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500"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500"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500"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2" grpId="0"/>
      <p:bldP spid="15" grpId="0"/>
      <p:bldP spid="18" grpId="0"/>
      <p:bldP spid="21" grpId="0"/>
      <p:bldP spid="7" grpId="1"/>
      <p:bldP spid="10" grpId="0"/>
      <p:bldP spid="13" grpId="0"/>
      <p:bldP spid="16" grpId="0"/>
      <p:bldP spid="19"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 name="图片 12"/>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四、高分句型练习</a:t>
            </a:r>
            <a:endParaRPr sz="2925" b="1">
              <a:solidFill>
                <a:srgbClr val="0F0A06"/>
              </a:solidFill>
              <a:cs typeface="微软雅黑" panose="020B0503020204020204" charset="-122"/>
            </a:endParaRPr>
          </a:p>
        </p:txBody>
      </p:sp>
      <p:sp>
        <p:nvSpPr>
          <p:cNvPr id="4" name="圆角矩形 3"/>
          <p:cNvSpPr>
            <a:spLocks noGrp="1"/>
          </p:cNvSpPr>
          <p:nvPr/>
        </p:nvSpPr>
        <p:spPr>
          <a:xfrm>
            <a:off x="876300" y="1466850"/>
            <a:ext cx="10439400" cy="1295400"/>
          </a:xfrm>
          <a:prstGeom prst="roundRect">
            <a:avLst>
              <a:gd name="adj" fmla="val 10294"/>
            </a:avLst>
          </a:prstGeom>
          <a:solidFill>
            <a:srgbClr val="FFF8EF"/>
          </a:solidFill>
          <a:ln w="13335">
            <a:solidFill>
              <a:srgbClr val="FFB46C"/>
            </a:solidFill>
            <a:prstDash val="solid"/>
          </a:ln>
        </p:spPr>
      </p:sp>
      <p:sp>
        <p:nvSpPr>
          <p:cNvPr id="5" name="矩形 4"/>
          <p:cNvSpPr>
            <a:spLocks noGrp="1"/>
          </p:cNvSpPr>
          <p:nvPr/>
        </p:nvSpPr>
        <p:spPr>
          <a:xfrm>
            <a:off x="1181100" y="1619250"/>
            <a:ext cx="9525000" cy="381000"/>
          </a:xfrm>
          <a:prstGeom prst="rect">
            <a:avLst/>
          </a:prstGeom>
          <a:noFill/>
          <a:ln w="0">
            <a:noFill/>
            <a:prstDash val="solid"/>
          </a:ln>
        </p:spPr>
        <p:txBody>
          <a:bodyPr/>
          <a:lstStyle/>
          <a:p>
            <a:pPr algn="l">
              <a:lnSpc>
                <a:spcPct val="108000"/>
              </a:lnSpc>
              <a:buNone/>
              <a:defRPr sz="1875" b="0">
                <a:solidFill>
                  <a:srgbClr val="5A2D16"/>
                </a:solidFill>
                <a:latin typeface="微软雅黑" panose="020B0503020204020204" charset="-122"/>
                <a:ea typeface="微软雅黑" panose="020B0503020204020204" charset="-122"/>
                <a:cs typeface="微软雅黑" panose="020B0503020204020204" charset="-122"/>
              </a:defRPr>
            </a:pPr>
            <a:r>
              <a:rPr sz="1875" b="0">
                <a:solidFill>
                  <a:srgbClr val="5A2D16"/>
                </a:solidFill>
                <a:cs typeface="微软雅黑" panose="020B0503020204020204" charset="-122"/>
              </a:rPr>
              <a:t>在过去的二十年里，我的家乡发生了巨大的变化。</a:t>
            </a:r>
            <a:endParaRPr sz="1875" b="0">
              <a:solidFill>
                <a:srgbClr val="5A2D16"/>
              </a:solidFill>
              <a:cs typeface="微软雅黑" panose="020B0503020204020204" charset="-122"/>
            </a:endParaRPr>
          </a:p>
        </p:txBody>
      </p:sp>
      <p:sp>
        <p:nvSpPr>
          <p:cNvPr id="6" name="矩形 5"/>
          <p:cNvSpPr>
            <a:spLocks noGrp="1"/>
          </p:cNvSpPr>
          <p:nvPr/>
        </p:nvSpPr>
        <p:spPr>
          <a:xfrm>
            <a:off x="1181100" y="2000250"/>
            <a:ext cx="10062845" cy="723900"/>
          </a:xfrm>
          <a:prstGeom prst="rect">
            <a:avLst/>
          </a:prstGeom>
          <a:noFill/>
          <a:ln w="0">
            <a:noFill/>
            <a:prstDash val="solid"/>
          </a:ln>
        </p:spPr>
        <p:txBody>
          <a:bodyPr/>
          <a:lstStyle/>
          <a:p>
            <a:pPr algn="l">
              <a:lnSpc>
                <a:spcPct val="108000"/>
              </a:lnSpc>
              <a:buNone/>
              <a:defRPr sz="2100" b="1">
                <a:solidFill>
                  <a:srgbClr val="22160F"/>
                </a:solidFill>
                <a:latin typeface="微软雅黑" panose="020B0503020204020204" charset="-122"/>
                <a:ea typeface="微软雅黑" panose="020B0503020204020204" charset="-122"/>
                <a:cs typeface="微软雅黑" panose="020B0503020204020204" charset="-122"/>
              </a:defRPr>
            </a:pPr>
            <a:r>
              <a:rPr sz="2100" b="1">
                <a:solidFill>
                  <a:srgbClr val="22160F"/>
                </a:solidFill>
                <a:cs typeface="微软雅黑" panose="020B0503020204020204" charset="-122"/>
              </a:rPr>
              <a:t>Great changes have taken place in my hometown over the last 20 years.</a:t>
            </a:r>
            <a:endParaRPr sz="2100" b="1">
              <a:solidFill>
                <a:srgbClr val="22160F"/>
              </a:solidFill>
              <a:cs typeface="微软雅黑" panose="020B0503020204020204" charset="-122"/>
            </a:endParaRPr>
          </a:p>
        </p:txBody>
      </p:sp>
      <p:sp>
        <p:nvSpPr>
          <p:cNvPr id="7" name="圆角矩形 6"/>
          <p:cNvSpPr>
            <a:spLocks noGrp="1"/>
          </p:cNvSpPr>
          <p:nvPr/>
        </p:nvSpPr>
        <p:spPr>
          <a:xfrm>
            <a:off x="876300" y="2952750"/>
            <a:ext cx="10439400" cy="1295400"/>
          </a:xfrm>
          <a:prstGeom prst="roundRect">
            <a:avLst>
              <a:gd name="adj" fmla="val 10294"/>
            </a:avLst>
          </a:prstGeom>
          <a:solidFill>
            <a:srgbClr val="FFFDF8"/>
          </a:solidFill>
          <a:ln w="13335">
            <a:solidFill>
              <a:srgbClr val="FFB46C"/>
            </a:solidFill>
            <a:prstDash val="solid"/>
          </a:ln>
        </p:spPr>
      </p:sp>
      <p:sp>
        <p:nvSpPr>
          <p:cNvPr id="8" name="矩形 7"/>
          <p:cNvSpPr>
            <a:spLocks noGrp="1"/>
          </p:cNvSpPr>
          <p:nvPr/>
        </p:nvSpPr>
        <p:spPr>
          <a:xfrm>
            <a:off x="1181100" y="3105150"/>
            <a:ext cx="9525000" cy="381000"/>
          </a:xfrm>
          <a:prstGeom prst="rect">
            <a:avLst/>
          </a:prstGeom>
          <a:noFill/>
          <a:ln w="0">
            <a:noFill/>
            <a:prstDash val="solid"/>
          </a:ln>
        </p:spPr>
        <p:txBody>
          <a:bodyPr/>
          <a:lstStyle/>
          <a:p>
            <a:pPr algn="l">
              <a:lnSpc>
                <a:spcPct val="108000"/>
              </a:lnSpc>
              <a:buNone/>
              <a:defRPr sz="1875" b="0">
                <a:solidFill>
                  <a:srgbClr val="5A2D16"/>
                </a:solidFill>
                <a:latin typeface="微软雅黑" panose="020B0503020204020204" charset="-122"/>
                <a:ea typeface="微软雅黑" panose="020B0503020204020204" charset="-122"/>
                <a:cs typeface="微软雅黑" panose="020B0503020204020204" charset="-122"/>
              </a:defRPr>
            </a:pPr>
            <a:r>
              <a:rPr sz="1875" b="0">
                <a:solidFill>
                  <a:srgbClr val="5A2D16"/>
                </a:solidFill>
                <a:cs typeface="微软雅黑" panose="020B0503020204020204" charset="-122"/>
              </a:rPr>
              <a:t>我的家乡和十年前相比，已经完全不一样了。</a:t>
            </a:r>
            <a:endParaRPr sz="1875" b="0">
              <a:solidFill>
                <a:srgbClr val="5A2D16"/>
              </a:solidFill>
              <a:cs typeface="微软雅黑" panose="020B0503020204020204" charset="-122"/>
            </a:endParaRPr>
          </a:p>
        </p:txBody>
      </p:sp>
      <p:sp>
        <p:nvSpPr>
          <p:cNvPr id="9" name="矩形 8"/>
          <p:cNvSpPr>
            <a:spLocks noGrp="1"/>
          </p:cNvSpPr>
          <p:nvPr/>
        </p:nvSpPr>
        <p:spPr>
          <a:xfrm>
            <a:off x="1181100" y="3486150"/>
            <a:ext cx="9525000" cy="723900"/>
          </a:xfrm>
          <a:prstGeom prst="rect">
            <a:avLst/>
          </a:prstGeom>
          <a:noFill/>
          <a:ln w="0">
            <a:noFill/>
            <a:prstDash val="solid"/>
          </a:ln>
        </p:spPr>
        <p:txBody>
          <a:bodyPr/>
          <a:lstStyle/>
          <a:p>
            <a:pPr algn="l">
              <a:lnSpc>
                <a:spcPct val="108000"/>
              </a:lnSpc>
              <a:buNone/>
              <a:defRPr sz="2100" b="1">
                <a:solidFill>
                  <a:srgbClr val="22160F"/>
                </a:solidFill>
                <a:latin typeface="微软雅黑" panose="020B0503020204020204" charset="-122"/>
                <a:ea typeface="微软雅黑" panose="020B0503020204020204" charset="-122"/>
                <a:cs typeface="微软雅黑" panose="020B0503020204020204" charset="-122"/>
              </a:defRPr>
            </a:pPr>
            <a:r>
              <a:rPr sz="2100" b="1">
                <a:solidFill>
                  <a:srgbClr val="22160F"/>
                </a:solidFill>
                <a:cs typeface="微软雅黑" panose="020B0503020204020204" charset="-122"/>
              </a:rPr>
              <a:t>My hometown is completely different from what it was ten years ago.</a:t>
            </a:r>
            <a:endParaRPr sz="2100" b="1">
              <a:solidFill>
                <a:srgbClr val="22160F"/>
              </a:solidFill>
              <a:cs typeface="微软雅黑" panose="020B0503020204020204" charset="-122"/>
            </a:endParaRPr>
          </a:p>
        </p:txBody>
      </p:sp>
      <p:sp>
        <p:nvSpPr>
          <p:cNvPr id="10" name="圆角矩形 9"/>
          <p:cNvSpPr>
            <a:spLocks noGrp="1"/>
          </p:cNvSpPr>
          <p:nvPr/>
        </p:nvSpPr>
        <p:spPr>
          <a:xfrm>
            <a:off x="876300" y="4438650"/>
            <a:ext cx="10439400" cy="1520190"/>
          </a:xfrm>
          <a:prstGeom prst="roundRect">
            <a:avLst>
              <a:gd name="adj" fmla="val 10294"/>
            </a:avLst>
          </a:prstGeom>
          <a:solidFill>
            <a:srgbClr val="FFF8EF"/>
          </a:solidFill>
          <a:ln w="13335">
            <a:solidFill>
              <a:srgbClr val="FFB46C"/>
            </a:solidFill>
            <a:prstDash val="solid"/>
          </a:ln>
        </p:spPr>
      </p:sp>
      <p:sp>
        <p:nvSpPr>
          <p:cNvPr id="11" name="矩形 10"/>
          <p:cNvSpPr>
            <a:spLocks noGrp="1"/>
          </p:cNvSpPr>
          <p:nvPr/>
        </p:nvSpPr>
        <p:spPr>
          <a:xfrm>
            <a:off x="1181100" y="4591050"/>
            <a:ext cx="9525000" cy="381000"/>
          </a:xfrm>
          <a:prstGeom prst="rect">
            <a:avLst/>
          </a:prstGeom>
          <a:noFill/>
          <a:ln w="0">
            <a:noFill/>
            <a:prstDash val="solid"/>
          </a:ln>
        </p:spPr>
        <p:txBody>
          <a:bodyPr/>
          <a:lstStyle/>
          <a:p>
            <a:pPr algn="l">
              <a:lnSpc>
                <a:spcPct val="108000"/>
              </a:lnSpc>
              <a:buNone/>
              <a:defRPr sz="1875" b="0">
                <a:solidFill>
                  <a:srgbClr val="5A2D16"/>
                </a:solidFill>
                <a:latin typeface="微软雅黑" panose="020B0503020204020204" charset="-122"/>
                <a:ea typeface="微软雅黑" panose="020B0503020204020204" charset="-122"/>
                <a:cs typeface="微软雅黑" panose="020B0503020204020204" charset="-122"/>
              </a:defRPr>
            </a:pPr>
            <a:r>
              <a:rPr sz="1875" b="0">
                <a:solidFill>
                  <a:srgbClr val="5A2D16"/>
                </a:solidFill>
                <a:cs typeface="微软雅黑" panose="020B0503020204020204" charset="-122"/>
              </a:rPr>
              <a:t>随着社会的发展，我们的生活在过去几年里发生了翻天覆地的变化。</a:t>
            </a:r>
            <a:endParaRPr sz="1875" b="0">
              <a:solidFill>
                <a:srgbClr val="5A2D16"/>
              </a:solidFill>
              <a:cs typeface="微软雅黑" panose="020B0503020204020204" charset="-122"/>
            </a:endParaRPr>
          </a:p>
        </p:txBody>
      </p:sp>
      <p:sp>
        <p:nvSpPr>
          <p:cNvPr id="12" name="矩形 11"/>
          <p:cNvSpPr>
            <a:spLocks noGrp="1"/>
          </p:cNvSpPr>
          <p:nvPr/>
        </p:nvSpPr>
        <p:spPr>
          <a:xfrm>
            <a:off x="1181100" y="4972050"/>
            <a:ext cx="9525000" cy="723900"/>
          </a:xfrm>
          <a:prstGeom prst="rect">
            <a:avLst/>
          </a:prstGeom>
          <a:noFill/>
          <a:ln w="0">
            <a:noFill/>
            <a:prstDash val="solid"/>
          </a:ln>
        </p:spPr>
        <p:txBody>
          <a:bodyPr/>
          <a:lstStyle/>
          <a:p>
            <a:pPr algn="l">
              <a:lnSpc>
                <a:spcPct val="108000"/>
              </a:lnSpc>
              <a:buNone/>
              <a:defRPr sz="2100" b="1">
                <a:solidFill>
                  <a:srgbClr val="22160F"/>
                </a:solidFill>
                <a:latin typeface="微软雅黑" panose="020B0503020204020204" charset="-122"/>
                <a:ea typeface="微软雅黑" panose="020B0503020204020204" charset="-122"/>
                <a:cs typeface="微软雅黑" panose="020B0503020204020204" charset="-122"/>
              </a:defRPr>
            </a:pPr>
            <a:r>
              <a:rPr sz="2100" b="1">
                <a:solidFill>
                  <a:srgbClr val="22160F"/>
                </a:solidFill>
                <a:cs typeface="微软雅黑" panose="020B0503020204020204" charset="-122"/>
              </a:rPr>
              <a:t>With the development of society, our lives have changed a lot in the past few years.</a:t>
            </a:r>
            <a:endParaRPr sz="2100" b="1">
              <a:solidFill>
                <a:srgbClr val="22160F"/>
              </a:solidFill>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 name="图片 12"/>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中间段句型（一）</a:t>
            </a:r>
            <a:endParaRPr sz="2925" b="1">
              <a:solidFill>
                <a:srgbClr val="0F0A06"/>
              </a:solidFill>
              <a:cs typeface="微软雅黑" panose="020B0503020204020204" charset="-122"/>
            </a:endParaRPr>
          </a:p>
        </p:txBody>
      </p:sp>
      <p:sp>
        <p:nvSpPr>
          <p:cNvPr id="4" name="圆角矩形 3"/>
          <p:cNvSpPr>
            <a:spLocks noGrp="1"/>
          </p:cNvSpPr>
          <p:nvPr/>
        </p:nvSpPr>
        <p:spPr>
          <a:xfrm>
            <a:off x="876300" y="1619250"/>
            <a:ext cx="10439400" cy="1296035"/>
          </a:xfrm>
          <a:prstGeom prst="roundRect">
            <a:avLst>
              <a:gd name="adj" fmla="val 11475"/>
            </a:avLst>
          </a:prstGeom>
          <a:solidFill>
            <a:srgbClr val="FFFDF8"/>
          </a:solidFill>
          <a:ln w="13335">
            <a:solidFill>
              <a:srgbClr val="FFB46C"/>
            </a:solidFill>
            <a:prstDash val="solid"/>
          </a:ln>
        </p:spPr>
      </p:sp>
      <p:sp>
        <p:nvSpPr>
          <p:cNvPr id="5" name="矩形 4"/>
          <p:cNvSpPr>
            <a:spLocks noGrp="1"/>
          </p:cNvSpPr>
          <p:nvPr/>
        </p:nvSpPr>
        <p:spPr>
          <a:xfrm>
            <a:off x="1181100" y="1680845"/>
            <a:ext cx="9601200" cy="520700"/>
          </a:xfrm>
          <a:prstGeom prst="rect">
            <a:avLst/>
          </a:prstGeom>
          <a:noFill/>
          <a:ln w="0">
            <a:noFill/>
            <a:prstDash val="solid"/>
          </a:ln>
        </p:spPr>
        <p:txBody>
          <a:bodyPr/>
          <a:lstStyle/>
          <a:p>
            <a:pPr algn="l">
              <a:lnSpc>
                <a:spcPct val="108000"/>
              </a:lnSpc>
              <a:buNone/>
              <a:defRPr sz="1575" b="0">
                <a:solidFill>
                  <a:srgbClr val="5A2D16"/>
                </a:solidFill>
                <a:latin typeface="微软雅黑" panose="020B0503020204020204" charset="-122"/>
                <a:ea typeface="微软雅黑" panose="020B0503020204020204" charset="-122"/>
                <a:cs typeface="微软雅黑" panose="020B0503020204020204" charset="-122"/>
              </a:defRPr>
            </a:pPr>
            <a:r>
              <a:rPr sz="2400" b="0">
                <a:solidFill>
                  <a:srgbClr val="5A2D16"/>
                </a:solidFill>
                <a:cs typeface="微软雅黑" panose="020B0503020204020204" charset="-122"/>
              </a:rPr>
              <a:t>过去，这里的山路狭窄又泥泞，人们出行十分困难。</a:t>
            </a:r>
            <a:endParaRPr sz="2400" b="0">
              <a:solidFill>
                <a:srgbClr val="5A2D16"/>
              </a:solidFill>
              <a:cs typeface="微软雅黑" panose="020B0503020204020204" charset="-122"/>
            </a:endParaRPr>
          </a:p>
        </p:txBody>
      </p:sp>
      <p:sp>
        <p:nvSpPr>
          <p:cNvPr id="6" name="矩形 5"/>
          <p:cNvSpPr>
            <a:spLocks noGrp="1"/>
          </p:cNvSpPr>
          <p:nvPr/>
        </p:nvSpPr>
        <p:spPr>
          <a:xfrm>
            <a:off x="1181100" y="2219960"/>
            <a:ext cx="9601200" cy="666750"/>
          </a:xfrm>
          <a:prstGeom prst="rect">
            <a:avLst/>
          </a:prstGeom>
          <a:noFill/>
          <a:ln w="0">
            <a:noFill/>
            <a:prstDash val="solid"/>
          </a:ln>
        </p:spPr>
        <p:txBody>
          <a:bodyPr/>
          <a:lstStyle/>
          <a:p>
            <a:pPr algn="l">
              <a:lnSpc>
                <a:spcPct val="108000"/>
              </a:lnSpc>
              <a:buNone/>
              <a:defRPr sz="1725" b="1">
                <a:solidFill>
                  <a:srgbClr val="22160F"/>
                </a:solidFill>
                <a:latin typeface="微软雅黑" panose="020B0503020204020204" charset="-122"/>
                <a:ea typeface="微软雅黑" panose="020B0503020204020204" charset="-122"/>
                <a:cs typeface="微软雅黑" panose="020B0503020204020204" charset="-122"/>
              </a:defRPr>
            </a:pPr>
            <a:r>
              <a:rPr sz="1725" b="1">
                <a:solidFill>
                  <a:srgbClr val="22160F"/>
                </a:solidFill>
                <a:cs typeface="微软雅黑" panose="020B0503020204020204" charset="-122"/>
              </a:rPr>
              <a:t>The mountain roads here used to be narrow and muddy, and it was very difficult for people to travel around.</a:t>
            </a:r>
            <a:endParaRPr sz="1725" b="1">
              <a:solidFill>
                <a:srgbClr val="22160F"/>
              </a:solidFill>
              <a:cs typeface="微软雅黑" panose="020B0503020204020204" charset="-122"/>
            </a:endParaRPr>
          </a:p>
        </p:txBody>
      </p:sp>
      <p:sp>
        <p:nvSpPr>
          <p:cNvPr id="7" name="圆角矩形 6"/>
          <p:cNvSpPr>
            <a:spLocks noGrp="1"/>
          </p:cNvSpPr>
          <p:nvPr/>
        </p:nvSpPr>
        <p:spPr>
          <a:xfrm>
            <a:off x="876300" y="3043555"/>
            <a:ext cx="10439400" cy="1470660"/>
          </a:xfrm>
          <a:prstGeom prst="roundRect">
            <a:avLst>
              <a:gd name="adj" fmla="val 11475"/>
            </a:avLst>
          </a:prstGeom>
          <a:solidFill>
            <a:srgbClr val="FFF3E1"/>
          </a:solidFill>
          <a:ln w="13335">
            <a:solidFill>
              <a:srgbClr val="FFB46C"/>
            </a:solidFill>
            <a:prstDash val="solid"/>
          </a:ln>
        </p:spPr>
      </p:sp>
      <p:sp>
        <p:nvSpPr>
          <p:cNvPr id="8" name="矩形 7"/>
          <p:cNvSpPr>
            <a:spLocks noGrp="1"/>
          </p:cNvSpPr>
          <p:nvPr/>
        </p:nvSpPr>
        <p:spPr>
          <a:xfrm>
            <a:off x="1181100" y="3176905"/>
            <a:ext cx="10108565" cy="534670"/>
          </a:xfrm>
          <a:prstGeom prst="rect">
            <a:avLst/>
          </a:prstGeom>
          <a:noFill/>
          <a:ln w="0">
            <a:noFill/>
            <a:prstDash val="solid"/>
          </a:ln>
        </p:spPr>
        <p:txBody>
          <a:bodyPr/>
          <a:lstStyle/>
          <a:p>
            <a:pPr algn="l">
              <a:lnSpc>
                <a:spcPct val="108000"/>
              </a:lnSpc>
              <a:buNone/>
              <a:defRPr sz="1575" b="0">
                <a:solidFill>
                  <a:srgbClr val="5A2D16"/>
                </a:solidFill>
                <a:latin typeface="微软雅黑" panose="020B0503020204020204" charset="-122"/>
                <a:ea typeface="微软雅黑" panose="020B0503020204020204" charset="-122"/>
                <a:cs typeface="微软雅黑" panose="020B0503020204020204" charset="-122"/>
              </a:defRPr>
            </a:pPr>
            <a:r>
              <a:rPr sz="2400" b="0">
                <a:solidFill>
                  <a:srgbClr val="5A2D16"/>
                </a:solidFill>
                <a:cs typeface="微软雅黑" panose="020B0503020204020204" charset="-122"/>
              </a:rPr>
              <a:t>现在，政府已经修建了宽阔的公路和桥梁，人们去城里只需要半个小时。</a:t>
            </a:r>
            <a:endParaRPr sz="2400" b="0">
              <a:solidFill>
                <a:srgbClr val="5A2D16"/>
              </a:solidFill>
              <a:cs typeface="微软雅黑" panose="020B0503020204020204" charset="-122"/>
            </a:endParaRPr>
          </a:p>
        </p:txBody>
      </p:sp>
      <p:sp>
        <p:nvSpPr>
          <p:cNvPr id="9" name="矩形 8"/>
          <p:cNvSpPr>
            <a:spLocks noGrp="1"/>
          </p:cNvSpPr>
          <p:nvPr/>
        </p:nvSpPr>
        <p:spPr>
          <a:xfrm>
            <a:off x="1181100" y="3716020"/>
            <a:ext cx="9601200" cy="666750"/>
          </a:xfrm>
          <a:prstGeom prst="rect">
            <a:avLst/>
          </a:prstGeom>
          <a:noFill/>
          <a:ln w="0">
            <a:noFill/>
            <a:prstDash val="solid"/>
          </a:ln>
        </p:spPr>
        <p:txBody>
          <a:bodyPr/>
          <a:lstStyle/>
          <a:p>
            <a:pPr algn="l">
              <a:lnSpc>
                <a:spcPct val="108000"/>
              </a:lnSpc>
              <a:buNone/>
              <a:defRPr sz="1725" b="1">
                <a:solidFill>
                  <a:srgbClr val="22160F"/>
                </a:solidFill>
                <a:latin typeface="微软雅黑" panose="020B0503020204020204" charset="-122"/>
                <a:ea typeface="微软雅黑" panose="020B0503020204020204" charset="-122"/>
                <a:cs typeface="微软雅黑" panose="020B0503020204020204" charset="-122"/>
              </a:defRPr>
            </a:pPr>
            <a:r>
              <a:rPr sz="1725" b="1">
                <a:solidFill>
                  <a:srgbClr val="22160F"/>
                </a:solidFill>
                <a:cs typeface="微软雅黑" panose="020B0503020204020204" charset="-122"/>
              </a:rPr>
              <a:t>Now, the government has built wide roads and bridges, and it makes it only take half an hour for people to get to the city.</a:t>
            </a:r>
            <a:endParaRPr sz="1725" b="1">
              <a:solidFill>
                <a:srgbClr val="22160F"/>
              </a:solidFill>
              <a:cs typeface="微软雅黑" panose="020B0503020204020204" charset="-122"/>
            </a:endParaRPr>
          </a:p>
        </p:txBody>
      </p:sp>
      <p:sp>
        <p:nvSpPr>
          <p:cNvPr id="10" name="圆角矩形 9"/>
          <p:cNvSpPr>
            <a:spLocks noGrp="1"/>
          </p:cNvSpPr>
          <p:nvPr/>
        </p:nvSpPr>
        <p:spPr>
          <a:xfrm>
            <a:off x="876300" y="4683125"/>
            <a:ext cx="10439400" cy="1489075"/>
          </a:xfrm>
          <a:prstGeom prst="roundRect">
            <a:avLst>
              <a:gd name="adj" fmla="val 11475"/>
            </a:avLst>
          </a:prstGeom>
          <a:solidFill>
            <a:srgbClr val="FFFDF8"/>
          </a:solidFill>
          <a:ln w="13335">
            <a:solidFill>
              <a:srgbClr val="FFB46C"/>
            </a:solidFill>
            <a:prstDash val="solid"/>
          </a:ln>
        </p:spPr>
      </p:sp>
      <p:sp>
        <p:nvSpPr>
          <p:cNvPr id="11" name="矩形 10"/>
          <p:cNvSpPr>
            <a:spLocks noGrp="1"/>
          </p:cNvSpPr>
          <p:nvPr/>
        </p:nvSpPr>
        <p:spPr>
          <a:xfrm>
            <a:off x="1181100" y="4816475"/>
            <a:ext cx="9601200" cy="323850"/>
          </a:xfrm>
          <a:prstGeom prst="rect">
            <a:avLst/>
          </a:prstGeom>
          <a:noFill/>
          <a:ln w="0">
            <a:noFill/>
            <a:prstDash val="solid"/>
          </a:ln>
        </p:spPr>
        <p:txBody>
          <a:bodyPr/>
          <a:lstStyle/>
          <a:p>
            <a:pPr algn="l">
              <a:lnSpc>
                <a:spcPct val="108000"/>
              </a:lnSpc>
              <a:buNone/>
              <a:defRPr sz="1575" b="0">
                <a:solidFill>
                  <a:srgbClr val="5A2D16"/>
                </a:solidFill>
                <a:latin typeface="微软雅黑" panose="020B0503020204020204" charset="-122"/>
                <a:ea typeface="微软雅黑" panose="020B0503020204020204" charset="-122"/>
                <a:cs typeface="微软雅黑" panose="020B0503020204020204" charset="-122"/>
              </a:defRPr>
            </a:pPr>
            <a:r>
              <a:rPr sz="2400" b="0">
                <a:solidFill>
                  <a:srgbClr val="5A2D16"/>
                </a:solidFill>
                <a:cs typeface="微软雅黑" panose="020B0503020204020204" charset="-122"/>
              </a:rPr>
              <a:t>这里过去常年有沙尘暴，田地也变得越来越小。</a:t>
            </a:r>
            <a:endParaRPr sz="2400" b="0">
              <a:solidFill>
                <a:srgbClr val="5A2D16"/>
              </a:solidFill>
              <a:cs typeface="微软雅黑" panose="020B0503020204020204" charset="-122"/>
            </a:endParaRPr>
          </a:p>
        </p:txBody>
      </p:sp>
      <p:sp>
        <p:nvSpPr>
          <p:cNvPr id="12" name="矩形 11"/>
          <p:cNvSpPr>
            <a:spLocks noGrp="1"/>
          </p:cNvSpPr>
          <p:nvPr/>
        </p:nvSpPr>
        <p:spPr>
          <a:xfrm>
            <a:off x="1181100" y="5355590"/>
            <a:ext cx="9601200" cy="666750"/>
          </a:xfrm>
          <a:prstGeom prst="rect">
            <a:avLst/>
          </a:prstGeom>
          <a:noFill/>
          <a:ln w="0">
            <a:noFill/>
            <a:prstDash val="solid"/>
          </a:ln>
        </p:spPr>
        <p:txBody>
          <a:bodyPr/>
          <a:lstStyle/>
          <a:p>
            <a:pPr algn="l">
              <a:lnSpc>
                <a:spcPct val="108000"/>
              </a:lnSpc>
              <a:buNone/>
              <a:defRPr sz="1725" b="1">
                <a:solidFill>
                  <a:srgbClr val="22160F"/>
                </a:solidFill>
                <a:latin typeface="微软雅黑" panose="020B0503020204020204" charset="-122"/>
                <a:ea typeface="微软雅黑" panose="020B0503020204020204" charset="-122"/>
                <a:cs typeface="微软雅黑" panose="020B0503020204020204" charset="-122"/>
              </a:defRPr>
            </a:pPr>
            <a:r>
              <a:rPr sz="1725" b="1">
                <a:solidFill>
                  <a:srgbClr val="22160F"/>
                </a:solidFill>
                <a:cs typeface="微软雅黑" panose="020B0503020204020204" charset="-122"/>
              </a:rPr>
              <a:t>There used to be sandstorms all the time here, and the fields were getting smaller and smaller.</a:t>
            </a:r>
            <a:endParaRPr sz="1725" b="1">
              <a:solidFill>
                <a:srgbClr val="22160F"/>
              </a:solidFill>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中间段句型（二）</a:t>
            </a:r>
            <a:endParaRPr sz="2925" b="1">
              <a:solidFill>
                <a:srgbClr val="0F0A06"/>
              </a:solidFill>
              <a:cs typeface="微软雅黑" panose="020B0503020204020204" charset="-122"/>
            </a:endParaRPr>
          </a:p>
        </p:txBody>
      </p:sp>
      <p:sp>
        <p:nvSpPr>
          <p:cNvPr id="4" name="圆角矩形 3"/>
          <p:cNvSpPr>
            <a:spLocks noGrp="1"/>
          </p:cNvSpPr>
          <p:nvPr/>
        </p:nvSpPr>
        <p:spPr>
          <a:xfrm>
            <a:off x="876300" y="1809750"/>
            <a:ext cx="10439400" cy="1826895"/>
          </a:xfrm>
          <a:prstGeom prst="roundRect">
            <a:avLst>
              <a:gd name="adj" fmla="val 10000"/>
            </a:avLst>
          </a:prstGeom>
          <a:solidFill>
            <a:srgbClr val="FFF8EF"/>
          </a:solidFill>
          <a:ln w="13335">
            <a:solidFill>
              <a:srgbClr val="FFB46C"/>
            </a:solidFill>
            <a:prstDash val="solid"/>
          </a:ln>
        </p:spPr>
      </p:sp>
      <p:sp>
        <p:nvSpPr>
          <p:cNvPr id="5" name="矩形 4"/>
          <p:cNvSpPr>
            <a:spLocks noGrp="1"/>
          </p:cNvSpPr>
          <p:nvPr/>
        </p:nvSpPr>
        <p:spPr>
          <a:xfrm>
            <a:off x="1181100" y="1981200"/>
            <a:ext cx="9601200" cy="400050"/>
          </a:xfrm>
          <a:prstGeom prst="rect">
            <a:avLst/>
          </a:prstGeom>
          <a:noFill/>
          <a:ln w="0">
            <a:noFill/>
            <a:prstDash val="solid"/>
          </a:ln>
        </p:spPr>
        <p:txBody>
          <a:bodyPr/>
          <a:lstStyle/>
          <a:p>
            <a:pPr algn="l">
              <a:lnSpc>
                <a:spcPct val="108000"/>
              </a:lnSpc>
              <a:buNone/>
              <a:defRPr sz="1725" b="0">
                <a:solidFill>
                  <a:srgbClr val="5A2D16"/>
                </a:solidFill>
                <a:latin typeface="微软雅黑" panose="020B0503020204020204" charset="-122"/>
                <a:ea typeface="微软雅黑" panose="020B0503020204020204" charset="-122"/>
                <a:cs typeface="微软雅黑" panose="020B0503020204020204" charset="-122"/>
              </a:defRPr>
            </a:pPr>
            <a:r>
              <a:rPr sz="2000" b="0">
                <a:solidFill>
                  <a:srgbClr val="5A2D16"/>
                </a:solidFill>
                <a:cs typeface="微软雅黑" panose="020B0503020204020204" charset="-122"/>
              </a:rPr>
              <a:t>在政府的支持下，人们种植了大量的树木，现在沙尘暴变少了，环境也变得越来越好。</a:t>
            </a:r>
            <a:endParaRPr sz="2000" b="0">
              <a:solidFill>
                <a:srgbClr val="5A2D16"/>
              </a:solidFill>
              <a:cs typeface="微软雅黑" panose="020B0503020204020204" charset="-122"/>
            </a:endParaRPr>
          </a:p>
        </p:txBody>
      </p:sp>
      <p:sp>
        <p:nvSpPr>
          <p:cNvPr id="6" name="矩形 5"/>
          <p:cNvSpPr>
            <a:spLocks noGrp="1"/>
          </p:cNvSpPr>
          <p:nvPr/>
        </p:nvSpPr>
        <p:spPr>
          <a:xfrm>
            <a:off x="1181100" y="2381250"/>
            <a:ext cx="9601200" cy="666750"/>
          </a:xfrm>
          <a:prstGeom prst="rect">
            <a:avLst/>
          </a:prstGeom>
          <a:noFill/>
          <a:ln w="0">
            <a:noFill/>
            <a:prstDash val="solid"/>
          </a:ln>
        </p:spPr>
        <p:txBody>
          <a:bodyPr/>
          <a:lstStyle/>
          <a:p>
            <a:pPr algn="l">
              <a:lnSpc>
                <a:spcPct val="108000"/>
              </a:lnSpc>
              <a:buNone/>
              <a:defRPr sz="1875" b="1">
                <a:solidFill>
                  <a:srgbClr val="22160F"/>
                </a:solidFill>
                <a:latin typeface="微软雅黑" panose="020B0503020204020204" charset="-122"/>
                <a:ea typeface="微软雅黑" panose="020B0503020204020204" charset="-122"/>
                <a:cs typeface="微软雅黑" panose="020B0503020204020204" charset="-122"/>
              </a:defRPr>
            </a:pPr>
            <a:r>
              <a:rPr sz="1875" b="1">
                <a:solidFill>
                  <a:srgbClr val="22160F"/>
                </a:solidFill>
                <a:cs typeface="微软雅黑" panose="020B0503020204020204" charset="-122"/>
              </a:rPr>
              <a:t>With the support of the government, people have planted plenty of trees. Now there are fewer sandstorms, and the environment is getting better and better.</a:t>
            </a:r>
            <a:endParaRPr sz="1875" b="1">
              <a:solidFill>
                <a:srgbClr val="22160F"/>
              </a:solidFill>
              <a:cs typeface="微软雅黑" panose="020B0503020204020204" charset="-122"/>
            </a:endParaRPr>
          </a:p>
        </p:txBody>
      </p:sp>
      <p:sp>
        <p:nvSpPr>
          <p:cNvPr id="7" name="圆角矩形 6"/>
          <p:cNvSpPr>
            <a:spLocks noGrp="1"/>
          </p:cNvSpPr>
          <p:nvPr/>
        </p:nvSpPr>
        <p:spPr>
          <a:xfrm>
            <a:off x="876300" y="4150995"/>
            <a:ext cx="10439400" cy="1643380"/>
          </a:xfrm>
          <a:prstGeom prst="roundRect">
            <a:avLst>
              <a:gd name="adj" fmla="val 10000"/>
            </a:avLst>
          </a:prstGeom>
          <a:solidFill>
            <a:srgbClr val="FFF3E1"/>
          </a:solidFill>
          <a:ln w="13335">
            <a:solidFill>
              <a:srgbClr val="FFB46C"/>
            </a:solidFill>
            <a:prstDash val="solid"/>
          </a:ln>
        </p:spPr>
      </p:sp>
      <p:sp>
        <p:nvSpPr>
          <p:cNvPr id="8" name="矩形 7"/>
          <p:cNvSpPr>
            <a:spLocks noGrp="1"/>
          </p:cNvSpPr>
          <p:nvPr/>
        </p:nvSpPr>
        <p:spPr>
          <a:xfrm>
            <a:off x="1181100" y="4322445"/>
            <a:ext cx="10083165" cy="400050"/>
          </a:xfrm>
          <a:prstGeom prst="rect">
            <a:avLst/>
          </a:prstGeom>
          <a:noFill/>
          <a:ln w="0">
            <a:noFill/>
            <a:prstDash val="solid"/>
          </a:ln>
        </p:spPr>
        <p:txBody>
          <a:bodyPr/>
          <a:lstStyle/>
          <a:p>
            <a:pPr algn="l">
              <a:lnSpc>
                <a:spcPct val="108000"/>
              </a:lnSpc>
              <a:buNone/>
              <a:defRPr sz="1725" b="0">
                <a:solidFill>
                  <a:srgbClr val="5A2D16"/>
                </a:solidFill>
                <a:latin typeface="微软雅黑" panose="020B0503020204020204" charset="-122"/>
                <a:ea typeface="微软雅黑" panose="020B0503020204020204" charset="-122"/>
                <a:cs typeface="微软雅黑" panose="020B0503020204020204" charset="-122"/>
              </a:defRPr>
            </a:pPr>
            <a:r>
              <a:rPr sz="1725" b="0">
                <a:solidFill>
                  <a:srgbClr val="5A2D16"/>
                </a:solidFill>
                <a:cs typeface="微软雅黑" panose="020B0503020204020204" charset="-122"/>
              </a:rPr>
              <a:t>我们村过去只有一家小商店，现在已经成了旅游景点，人们可以把当地的特产卖给来自全国各地的游客。</a:t>
            </a:r>
            <a:endParaRPr sz="1725" b="0">
              <a:solidFill>
                <a:srgbClr val="5A2D16"/>
              </a:solidFill>
              <a:cs typeface="微软雅黑" panose="020B0503020204020204" charset="-122"/>
            </a:endParaRPr>
          </a:p>
        </p:txBody>
      </p:sp>
      <p:sp>
        <p:nvSpPr>
          <p:cNvPr id="9" name="矩形 8"/>
          <p:cNvSpPr>
            <a:spLocks noGrp="1"/>
          </p:cNvSpPr>
          <p:nvPr/>
        </p:nvSpPr>
        <p:spPr>
          <a:xfrm>
            <a:off x="1181100" y="4722495"/>
            <a:ext cx="9601200" cy="666750"/>
          </a:xfrm>
          <a:prstGeom prst="rect">
            <a:avLst/>
          </a:prstGeom>
          <a:noFill/>
          <a:ln w="0">
            <a:noFill/>
            <a:prstDash val="solid"/>
          </a:ln>
        </p:spPr>
        <p:txBody>
          <a:bodyPr/>
          <a:lstStyle/>
          <a:p>
            <a:pPr algn="l">
              <a:lnSpc>
                <a:spcPct val="108000"/>
              </a:lnSpc>
              <a:buNone/>
              <a:defRPr sz="1875" b="1">
                <a:solidFill>
                  <a:srgbClr val="22160F"/>
                </a:solidFill>
                <a:latin typeface="微软雅黑" panose="020B0503020204020204" charset="-122"/>
                <a:ea typeface="微软雅黑" panose="020B0503020204020204" charset="-122"/>
                <a:cs typeface="微软雅黑" panose="020B0503020204020204" charset="-122"/>
              </a:defRPr>
            </a:pPr>
            <a:r>
              <a:rPr sz="1875" b="1">
                <a:solidFill>
                  <a:srgbClr val="22160F"/>
                </a:solidFill>
                <a:cs typeface="微软雅黑" panose="020B0503020204020204" charset="-122"/>
              </a:rPr>
              <a:t>Our village used to have only a small shop, but now it has become a tourist attraction. People can sell local products to visitors from all over China.</a:t>
            </a:r>
            <a:endParaRPr sz="1875" b="1">
              <a:solidFill>
                <a:srgbClr val="22160F"/>
              </a:solidFill>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 name="图片 12"/>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结尾段句型</a:t>
            </a:r>
            <a:endParaRPr sz="2925" b="1">
              <a:solidFill>
                <a:srgbClr val="0F0A06"/>
              </a:solidFill>
              <a:cs typeface="微软雅黑" panose="020B0503020204020204" charset="-122"/>
            </a:endParaRPr>
          </a:p>
        </p:txBody>
      </p:sp>
      <p:sp>
        <p:nvSpPr>
          <p:cNvPr id="4" name="圆角矩形 3"/>
          <p:cNvSpPr>
            <a:spLocks noGrp="1"/>
          </p:cNvSpPr>
          <p:nvPr/>
        </p:nvSpPr>
        <p:spPr>
          <a:xfrm>
            <a:off x="876300" y="1695450"/>
            <a:ext cx="10439400" cy="1330960"/>
          </a:xfrm>
          <a:prstGeom prst="roundRect">
            <a:avLst>
              <a:gd name="adj" fmla="val 13462"/>
            </a:avLst>
          </a:prstGeom>
          <a:solidFill>
            <a:srgbClr val="FFF8EF"/>
          </a:solidFill>
          <a:ln w="13335">
            <a:solidFill>
              <a:srgbClr val="FFB46C"/>
            </a:solidFill>
            <a:prstDash val="solid"/>
          </a:ln>
        </p:spPr>
      </p:sp>
      <p:sp>
        <p:nvSpPr>
          <p:cNvPr id="5" name="矩形 4"/>
          <p:cNvSpPr>
            <a:spLocks noGrp="1"/>
          </p:cNvSpPr>
          <p:nvPr/>
        </p:nvSpPr>
        <p:spPr>
          <a:xfrm>
            <a:off x="1181100" y="1828800"/>
            <a:ext cx="9601200" cy="323850"/>
          </a:xfrm>
          <a:prstGeom prst="rect">
            <a:avLst/>
          </a:prstGeom>
          <a:noFill/>
          <a:ln w="0">
            <a:noFill/>
            <a:prstDash val="solid"/>
          </a:ln>
        </p:spPr>
        <p:txBody>
          <a:bodyPr/>
          <a:lstStyle/>
          <a:p>
            <a:pPr algn="l">
              <a:lnSpc>
                <a:spcPct val="108000"/>
              </a:lnSpc>
              <a:buNone/>
              <a:defRPr sz="1575" b="0">
                <a:solidFill>
                  <a:srgbClr val="5A2D16"/>
                </a:solidFill>
                <a:latin typeface="微软雅黑" panose="020B0503020204020204" charset="-122"/>
                <a:ea typeface="微软雅黑" panose="020B0503020204020204" charset="-122"/>
                <a:cs typeface="微软雅黑" panose="020B0503020204020204" charset="-122"/>
              </a:defRPr>
            </a:pPr>
            <a:r>
              <a:rPr sz="2000" b="0">
                <a:solidFill>
                  <a:srgbClr val="5A2D16"/>
                </a:solidFill>
                <a:cs typeface="微软雅黑" panose="020B0503020204020204" charset="-122"/>
              </a:rPr>
              <a:t>这些变化不仅让我们的家乡变得更美丽，也让我们的生活变得更幸福。</a:t>
            </a:r>
            <a:endParaRPr sz="2000" b="0">
              <a:solidFill>
                <a:srgbClr val="5A2D16"/>
              </a:solidFill>
              <a:cs typeface="微软雅黑" panose="020B0503020204020204" charset="-122"/>
            </a:endParaRPr>
          </a:p>
        </p:txBody>
      </p:sp>
      <p:sp>
        <p:nvSpPr>
          <p:cNvPr id="6" name="矩形 5"/>
          <p:cNvSpPr>
            <a:spLocks noGrp="1"/>
          </p:cNvSpPr>
          <p:nvPr/>
        </p:nvSpPr>
        <p:spPr>
          <a:xfrm>
            <a:off x="1181100" y="2152650"/>
            <a:ext cx="9601200" cy="495300"/>
          </a:xfrm>
          <a:prstGeom prst="rect">
            <a:avLst/>
          </a:prstGeom>
          <a:noFill/>
          <a:ln w="0">
            <a:noFill/>
            <a:prstDash val="solid"/>
          </a:ln>
        </p:spPr>
        <p:txBody>
          <a:bodyPr/>
          <a:lstStyle/>
          <a:p>
            <a:pPr algn="l">
              <a:lnSpc>
                <a:spcPct val="108000"/>
              </a:lnSpc>
              <a:buNone/>
              <a:defRPr sz="1875" b="1">
                <a:solidFill>
                  <a:srgbClr val="22160F"/>
                </a:solidFill>
                <a:latin typeface="微软雅黑" panose="020B0503020204020204" charset="-122"/>
                <a:ea typeface="微软雅黑" panose="020B0503020204020204" charset="-122"/>
                <a:cs typeface="微软雅黑" panose="020B0503020204020204" charset="-122"/>
              </a:defRPr>
            </a:pPr>
            <a:r>
              <a:rPr sz="1875" b="1">
                <a:solidFill>
                  <a:srgbClr val="22160F"/>
                </a:solidFill>
                <a:cs typeface="微软雅黑" panose="020B0503020204020204" charset="-122"/>
              </a:rPr>
              <a:t>These changes have not only made our hometown more beautiful, but also made our lives happier.</a:t>
            </a:r>
            <a:endParaRPr sz="1875" b="1">
              <a:solidFill>
                <a:srgbClr val="22160F"/>
              </a:solidFill>
              <a:cs typeface="微软雅黑" panose="020B0503020204020204" charset="-122"/>
            </a:endParaRPr>
          </a:p>
        </p:txBody>
      </p:sp>
      <p:sp>
        <p:nvSpPr>
          <p:cNvPr id="7" name="圆角矩形 6"/>
          <p:cNvSpPr>
            <a:spLocks noGrp="1"/>
          </p:cNvSpPr>
          <p:nvPr/>
        </p:nvSpPr>
        <p:spPr>
          <a:xfrm>
            <a:off x="876300" y="3239770"/>
            <a:ext cx="10439400" cy="1470025"/>
          </a:xfrm>
          <a:prstGeom prst="roundRect">
            <a:avLst>
              <a:gd name="adj" fmla="val 13462"/>
            </a:avLst>
          </a:prstGeom>
          <a:solidFill>
            <a:srgbClr val="FFFDF8"/>
          </a:solidFill>
          <a:ln w="13335">
            <a:solidFill>
              <a:srgbClr val="FFB46C"/>
            </a:solidFill>
            <a:prstDash val="solid"/>
          </a:ln>
        </p:spPr>
      </p:sp>
      <p:sp>
        <p:nvSpPr>
          <p:cNvPr id="8" name="矩形 7"/>
          <p:cNvSpPr>
            <a:spLocks noGrp="1"/>
          </p:cNvSpPr>
          <p:nvPr/>
        </p:nvSpPr>
        <p:spPr>
          <a:xfrm>
            <a:off x="1181100" y="3373120"/>
            <a:ext cx="9601200" cy="323850"/>
          </a:xfrm>
          <a:prstGeom prst="rect">
            <a:avLst/>
          </a:prstGeom>
          <a:noFill/>
          <a:ln w="0">
            <a:noFill/>
            <a:prstDash val="solid"/>
          </a:ln>
        </p:spPr>
        <p:txBody>
          <a:bodyPr/>
          <a:lstStyle/>
          <a:p>
            <a:pPr algn="l">
              <a:lnSpc>
                <a:spcPct val="108000"/>
              </a:lnSpc>
              <a:buNone/>
              <a:defRPr sz="1575" b="0">
                <a:solidFill>
                  <a:srgbClr val="5A2D16"/>
                </a:solidFill>
                <a:latin typeface="微软雅黑" panose="020B0503020204020204" charset="-122"/>
                <a:ea typeface="微软雅黑" panose="020B0503020204020204" charset="-122"/>
                <a:cs typeface="微软雅黑" panose="020B0503020204020204" charset="-122"/>
              </a:defRPr>
            </a:pPr>
            <a:r>
              <a:rPr sz="2000" b="0">
                <a:solidFill>
                  <a:srgbClr val="5A2D16"/>
                </a:solidFill>
                <a:cs typeface="微软雅黑" panose="020B0503020204020204" charset="-122"/>
              </a:rPr>
              <a:t>我为家乡的变化感到骄傲，我也会努力学习，未来为家乡的发展贡献自己的力量。</a:t>
            </a:r>
            <a:endParaRPr sz="2000" b="0">
              <a:solidFill>
                <a:srgbClr val="5A2D16"/>
              </a:solidFill>
              <a:cs typeface="微软雅黑" panose="020B0503020204020204" charset="-122"/>
            </a:endParaRPr>
          </a:p>
        </p:txBody>
      </p:sp>
      <p:sp>
        <p:nvSpPr>
          <p:cNvPr id="9" name="矩形 8"/>
          <p:cNvSpPr>
            <a:spLocks noGrp="1"/>
          </p:cNvSpPr>
          <p:nvPr/>
        </p:nvSpPr>
        <p:spPr>
          <a:xfrm>
            <a:off x="1181100" y="3840480"/>
            <a:ext cx="9601200" cy="495300"/>
          </a:xfrm>
          <a:prstGeom prst="rect">
            <a:avLst/>
          </a:prstGeom>
          <a:noFill/>
          <a:ln w="0">
            <a:noFill/>
            <a:prstDash val="solid"/>
          </a:ln>
        </p:spPr>
        <p:txBody>
          <a:bodyPr/>
          <a:lstStyle/>
          <a:p>
            <a:pPr algn="l">
              <a:lnSpc>
                <a:spcPct val="108000"/>
              </a:lnSpc>
              <a:buNone/>
              <a:defRPr sz="1875" b="1">
                <a:solidFill>
                  <a:srgbClr val="22160F"/>
                </a:solidFill>
                <a:latin typeface="微软雅黑" panose="020B0503020204020204" charset="-122"/>
                <a:ea typeface="微软雅黑" panose="020B0503020204020204" charset="-122"/>
                <a:cs typeface="微软雅黑" panose="020B0503020204020204" charset="-122"/>
              </a:defRPr>
            </a:pPr>
            <a:r>
              <a:rPr sz="1875" b="1">
                <a:solidFill>
                  <a:srgbClr val="22160F"/>
                </a:solidFill>
                <a:cs typeface="微软雅黑" panose="020B0503020204020204" charset="-122"/>
              </a:rPr>
              <a:t>I am proud of the changes in my hometown. I will also study hard and make my own contribution to the development of my hometown in the future.</a:t>
            </a:r>
            <a:endParaRPr sz="1875" b="1">
              <a:solidFill>
                <a:srgbClr val="22160F"/>
              </a:solidFill>
              <a:cs typeface="微软雅黑" panose="020B0503020204020204" charset="-122"/>
            </a:endParaRPr>
          </a:p>
        </p:txBody>
      </p:sp>
      <p:sp>
        <p:nvSpPr>
          <p:cNvPr id="10" name="圆角矩形 9"/>
          <p:cNvSpPr>
            <a:spLocks noGrp="1"/>
          </p:cNvSpPr>
          <p:nvPr/>
        </p:nvSpPr>
        <p:spPr>
          <a:xfrm>
            <a:off x="876300" y="4855845"/>
            <a:ext cx="10439400" cy="1328420"/>
          </a:xfrm>
          <a:prstGeom prst="roundRect">
            <a:avLst>
              <a:gd name="adj" fmla="val 13462"/>
            </a:avLst>
          </a:prstGeom>
          <a:solidFill>
            <a:srgbClr val="FFF8EF"/>
          </a:solidFill>
          <a:ln w="13335">
            <a:solidFill>
              <a:srgbClr val="FFB46C"/>
            </a:solidFill>
            <a:prstDash val="solid"/>
          </a:ln>
        </p:spPr>
      </p:sp>
      <p:sp>
        <p:nvSpPr>
          <p:cNvPr id="11" name="矩形 10"/>
          <p:cNvSpPr>
            <a:spLocks noGrp="1"/>
          </p:cNvSpPr>
          <p:nvPr/>
        </p:nvSpPr>
        <p:spPr>
          <a:xfrm>
            <a:off x="1181100" y="4917440"/>
            <a:ext cx="9601200" cy="323850"/>
          </a:xfrm>
          <a:prstGeom prst="rect">
            <a:avLst/>
          </a:prstGeom>
          <a:noFill/>
          <a:ln w="0">
            <a:noFill/>
            <a:prstDash val="solid"/>
          </a:ln>
        </p:spPr>
        <p:txBody>
          <a:bodyPr/>
          <a:lstStyle/>
          <a:p>
            <a:pPr algn="l">
              <a:lnSpc>
                <a:spcPct val="108000"/>
              </a:lnSpc>
              <a:buNone/>
              <a:defRPr sz="1575" b="0">
                <a:solidFill>
                  <a:srgbClr val="5A2D16"/>
                </a:solidFill>
                <a:latin typeface="微软雅黑" panose="020B0503020204020204" charset="-122"/>
                <a:ea typeface="微软雅黑" panose="020B0503020204020204" charset="-122"/>
                <a:cs typeface="微软雅黑" panose="020B0503020204020204" charset="-122"/>
              </a:defRPr>
            </a:pPr>
            <a:r>
              <a:rPr sz="2000" b="0">
                <a:solidFill>
                  <a:srgbClr val="5A2D16"/>
                </a:solidFill>
                <a:cs typeface="微软雅黑" panose="020B0503020204020204" charset="-122"/>
              </a:rPr>
              <a:t>变化是创造更美好未来的机会，我相信我的家乡会有更光明的前景。</a:t>
            </a:r>
            <a:endParaRPr sz="2000" b="0">
              <a:solidFill>
                <a:srgbClr val="5A2D16"/>
              </a:solidFill>
              <a:cs typeface="微软雅黑" panose="020B0503020204020204" charset="-122"/>
            </a:endParaRPr>
          </a:p>
        </p:txBody>
      </p:sp>
      <p:sp>
        <p:nvSpPr>
          <p:cNvPr id="12" name="矩形 11"/>
          <p:cNvSpPr>
            <a:spLocks noGrp="1"/>
          </p:cNvSpPr>
          <p:nvPr/>
        </p:nvSpPr>
        <p:spPr>
          <a:xfrm>
            <a:off x="1181100" y="5313045"/>
            <a:ext cx="9601200" cy="495300"/>
          </a:xfrm>
          <a:prstGeom prst="rect">
            <a:avLst/>
          </a:prstGeom>
          <a:noFill/>
          <a:ln w="0">
            <a:noFill/>
            <a:prstDash val="solid"/>
          </a:ln>
        </p:spPr>
        <p:txBody>
          <a:bodyPr/>
          <a:lstStyle/>
          <a:p>
            <a:pPr algn="l">
              <a:lnSpc>
                <a:spcPct val="108000"/>
              </a:lnSpc>
              <a:buNone/>
              <a:defRPr sz="1875" b="1">
                <a:solidFill>
                  <a:srgbClr val="22160F"/>
                </a:solidFill>
                <a:latin typeface="微软雅黑" panose="020B0503020204020204" charset="-122"/>
                <a:ea typeface="微软雅黑" panose="020B0503020204020204" charset="-122"/>
                <a:cs typeface="微软雅黑" panose="020B0503020204020204" charset="-122"/>
              </a:defRPr>
            </a:pPr>
            <a:r>
              <a:rPr sz="1875" b="1">
                <a:solidFill>
                  <a:srgbClr val="22160F"/>
                </a:solidFill>
                <a:cs typeface="微软雅黑" panose="020B0503020204020204" charset="-122"/>
              </a:rPr>
              <a:t>Change is the opportunity to create a better future. I believe my hometown will have a brighter future.</a:t>
            </a:r>
            <a:endParaRPr sz="1875" b="1">
              <a:solidFill>
                <a:srgbClr val="22160F"/>
              </a:solidFill>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1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五、主题名言警句</a:t>
            </a:r>
            <a:endParaRPr sz="2925" b="1">
              <a:solidFill>
                <a:srgbClr val="0F0A06"/>
              </a:solidFill>
              <a:cs typeface="微软雅黑" panose="020B0503020204020204" charset="-122"/>
            </a:endParaRPr>
          </a:p>
        </p:txBody>
      </p:sp>
      <p:sp>
        <p:nvSpPr>
          <p:cNvPr id="4" name="圆角矩形 3"/>
          <p:cNvSpPr>
            <a:spLocks noGrp="1"/>
          </p:cNvSpPr>
          <p:nvPr/>
        </p:nvSpPr>
        <p:spPr>
          <a:xfrm>
            <a:off x="1257300" y="1695450"/>
            <a:ext cx="9677400" cy="1024255"/>
          </a:xfrm>
          <a:prstGeom prst="roundRect">
            <a:avLst>
              <a:gd name="adj" fmla="val 18919"/>
            </a:avLst>
          </a:prstGeom>
          <a:solidFill>
            <a:srgbClr val="FFF8EF"/>
          </a:solidFill>
          <a:ln w="13335">
            <a:solidFill>
              <a:srgbClr val="FFB46C"/>
            </a:solidFill>
            <a:prstDash val="solid"/>
          </a:ln>
        </p:spPr>
      </p:sp>
      <p:sp>
        <p:nvSpPr>
          <p:cNvPr id="5" name="矩形 4"/>
          <p:cNvSpPr>
            <a:spLocks noGrp="1"/>
          </p:cNvSpPr>
          <p:nvPr/>
        </p:nvSpPr>
        <p:spPr>
          <a:xfrm>
            <a:off x="1638300" y="1819275"/>
            <a:ext cx="6667500" cy="266700"/>
          </a:xfrm>
          <a:prstGeom prst="rect">
            <a:avLst/>
          </a:prstGeom>
          <a:noFill/>
          <a:ln w="0">
            <a:noFill/>
            <a:prstDash val="solid"/>
          </a:ln>
        </p:spPr>
        <p:txBody>
          <a:bodyPr/>
          <a:lstStyle/>
          <a:p>
            <a:pPr algn="l">
              <a:lnSpc>
                <a:spcPct val="112000"/>
              </a:lnSpc>
              <a:buNone/>
              <a:defRPr sz="2025" b="1">
                <a:solidFill>
                  <a:srgbClr val="C84F00"/>
                </a:solidFill>
                <a:latin typeface="微软雅黑" panose="020B0503020204020204" charset="-122"/>
                <a:ea typeface="微软雅黑" panose="020B0503020204020204" charset="-122"/>
                <a:cs typeface="微软雅黑" panose="020B0503020204020204" charset="-122"/>
              </a:defRPr>
            </a:pPr>
            <a:r>
              <a:rPr sz="2025" b="1">
                <a:solidFill>
                  <a:srgbClr val="C84F00"/>
                </a:solidFill>
                <a:cs typeface="微软雅黑" panose="020B0503020204020204" charset="-122"/>
              </a:rPr>
              <a:t>Change is the law of life.</a:t>
            </a:r>
            <a:endParaRPr sz="2025" b="1">
              <a:solidFill>
                <a:srgbClr val="C84F00"/>
              </a:solidFill>
              <a:cs typeface="微软雅黑" panose="020B0503020204020204" charset="-122"/>
            </a:endParaRPr>
          </a:p>
        </p:txBody>
      </p:sp>
      <p:sp>
        <p:nvSpPr>
          <p:cNvPr id="6" name="矩形 5"/>
          <p:cNvSpPr>
            <a:spLocks noGrp="1"/>
          </p:cNvSpPr>
          <p:nvPr/>
        </p:nvSpPr>
        <p:spPr>
          <a:xfrm>
            <a:off x="1638300" y="2133600"/>
            <a:ext cx="7048500" cy="209550"/>
          </a:xfrm>
          <a:prstGeom prst="rect">
            <a:avLst/>
          </a:prstGeom>
          <a:noFill/>
          <a:ln w="0">
            <a:noFill/>
            <a:prstDash val="solid"/>
          </a:ln>
        </p:spPr>
        <p:txBody>
          <a:bodyPr/>
          <a:lstStyle/>
          <a:p>
            <a:pPr algn="l">
              <a:lnSpc>
                <a:spcPct val="112000"/>
              </a:lnSpc>
              <a:buNone/>
              <a:defRPr sz="1500" b="0">
                <a:solidFill>
                  <a:srgbClr val="7B4B31"/>
                </a:solidFill>
                <a:latin typeface="微软雅黑" panose="020B0503020204020204" charset="-122"/>
                <a:ea typeface="微软雅黑" panose="020B0503020204020204" charset="-122"/>
                <a:cs typeface="微软雅黑" panose="020B0503020204020204" charset="-122"/>
              </a:defRPr>
            </a:pPr>
            <a:r>
              <a:rPr sz="2000" b="0">
                <a:solidFill>
                  <a:srgbClr val="7B4B31"/>
                </a:solidFill>
                <a:cs typeface="微软雅黑" panose="020B0503020204020204" charset="-122"/>
              </a:rPr>
              <a:t>变化是生活的法则。</a:t>
            </a:r>
            <a:endParaRPr sz="2000" b="0">
              <a:solidFill>
                <a:srgbClr val="7B4B31"/>
              </a:solidFill>
              <a:cs typeface="微软雅黑" panose="020B0503020204020204" charset="-122"/>
            </a:endParaRPr>
          </a:p>
        </p:txBody>
      </p:sp>
      <p:sp>
        <p:nvSpPr>
          <p:cNvPr id="7" name="圆角矩形 6"/>
          <p:cNvSpPr>
            <a:spLocks noGrp="1"/>
          </p:cNvSpPr>
          <p:nvPr/>
        </p:nvSpPr>
        <p:spPr>
          <a:xfrm>
            <a:off x="1257300" y="2753360"/>
            <a:ext cx="9677400" cy="1016635"/>
          </a:xfrm>
          <a:prstGeom prst="roundRect">
            <a:avLst>
              <a:gd name="adj" fmla="val 18919"/>
            </a:avLst>
          </a:prstGeom>
          <a:solidFill>
            <a:srgbClr val="FFFDF8"/>
          </a:solidFill>
          <a:ln w="13335">
            <a:solidFill>
              <a:srgbClr val="FFB46C"/>
            </a:solidFill>
            <a:prstDash val="solid"/>
          </a:ln>
        </p:spPr>
      </p:sp>
      <p:sp>
        <p:nvSpPr>
          <p:cNvPr id="8" name="矩形 7"/>
          <p:cNvSpPr>
            <a:spLocks noGrp="1"/>
          </p:cNvSpPr>
          <p:nvPr/>
        </p:nvSpPr>
        <p:spPr>
          <a:xfrm>
            <a:off x="1638300" y="2877185"/>
            <a:ext cx="6667500" cy="266700"/>
          </a:xfrm>
          <a:prstGeom prst="rect">
            <a:avLst/>
          </a:prstGeom>
          <a:noFill/>
          <a:ln w="0">
            <a:noFill/>
            <a:prstDash val="solid"/>
          </a:ln>
        </p:spPr>
        <p:txBody>
          <a:bodyPr/>
          <a:lstStyle/>
          <a:p>
            <a:pPr algn="l">
              <a:lnSpc>
                <a:spcPct val="112000"/>
              </a:lnSpc>
              <a:buNone/>
              <a:defRPr sz="2025" b="1">
                <a:solidFill>
                  <a:srgbClr val="C84F00"/>
                </a:solidFill>
                <a:latin typeface="微软雅黑" panose="020B0503020204020204" charset="-122"/>
                <a:ea typeface="微软雅黑" panose="020B0503020204020204" charset="-122"/>
                <a:cs typeface="微软雅黑" panose="020B0503020204020204" charset="-122"/>
              </a:defRPr>
            </a:pPr>
            <a:r>
              <a:rPr sz="2025" b="1">
                <a:solidFill>
                  <a:srgbClr val="C84F00"/>
                </a:solidFill>
                <a:cs typeface="微软雅黑" panose="020B0503020204020204" charset="-122"/>
              </a:rPr>
              <a:t>A small change can make a big difference.</a:t>
            </a:r>
            <a:endParaRPr sz="2025" b="1">
              <a:solidFill>
                <a:srgbClr val="C84F00"/>
              </a:solidFill>
              <a:cs typeface="微软雅黑" panose="020B0503020204020204" charset="-122"/>
            </a:endParaRPr>
          </a:p>
        </p:txBody>
      </p:sp>
      <p:sp>
        <p:nvSpPr>
          <p:cNvPr id="9" name="矩形 8"/>
          <p:cNvSpPr>
            <a:spLocks noGrp="1"/>
          </p:cNvSpPr>
          <p:nvPr/>
        </p:nvSpPr>
        <p:spPr>
          <a:xfrm>
            <a:off x="1638300" y="3263265"/>
            <a:ext cx="7048500" cy="548005"/>
          </a:xfrm>
          <a:prstGeom prst="rect">
            <a:avLst/>
          </a:prstGeom>
          <a:noFill/>
          <a:ln w="0">
            <a:noFill/>
            <a:prstDash val="solid"/>
          </a:ln>
        </p:spPr>
        <p:txBody>
          <a:bodyPr/>
          <a:lstStyle/>
          <a:p>
            <a:pPr algn="l">
              <a:lnSpc>
                <a:spcPct val="112000"/>
              </a:lnSpc>
              <a:buNone/>
              <a:defRPr sz="1500" b="0">
                <a:solidFill>
                  <a:srgbClr val="7B4B31"/>
                </a:solidFill>
                <a:latin typeface="微软雅黑" panose="020B0503020204020204" charset="-122"/>
                <a:ea typeface="微软雅黑" panose="020B0503020204020204" charset="-122"/>
                <a:cs typeface="微软雅黑" panose="020B0503020204020204" charset="-122"/>
              </a:defRPr>
            </a:pPr>
            <a:r>
              <a:rPr sz="2000" b="0">
                <a:solidFill>
                  <a:srgbClr val="7B4B31"/>
                </a:solidFill>
                <a:cs typeface="微软雅黑" panose="020B0503020204020204" charset="-122"/>
              </a:rPr>
              <a:t>一个小小的改变，能带来巨大的不同。</a:t>
            </a:r>
            <a:endParaRPr sz="2000" b="0">
              <a:solidFill>
                <a:srgbClr val="7B4B31"/>
              </a:solidFill>
              <a:cs typeface="微软雅黑" panose="020B0503020204020204" charset="-122"/>
            </a:endParaRPr>
          </a:p>
        </p:txBody>
      </p:sp>
      <p:sp>
        <p:nvSpPr>
          <p:cNvPr id="10" name="圆角矩形 9"/>
          <p:cNvSpPr>
            <a:spLocks noGrp="1"/>
          </p:cNvSpPr>
          <p:nvPr/>
        </p:nvSpPr>
        <p:spPr>
          <a:xfrm>
            <a:off x="1257300" y="3883025"/>
            <a:ext cx="9677400" cy="853440"/>
          </a:xfrm>
          <a:prstGeom prst="roundRect">
            <a:avLst>
              <a:gd name="adj" fmla="val 18919"/>
            </a:avLst>
          </a:prstGeom>
          <a:solidFill>
            <a:srgbClr val="FFF8EF"/>
          </a:solidFill>
          <a:ln w="13335">
            <a:solidFill>
              <a:srgbClr val="FFB46C"/>
            </a:solidFill>
            <a:prstDash val="solid"/>
          </a:ln>
        </p:spPr>
      </p:sp>
      <p:sp>
        <p:nvSpPr>
          <p:cNvPr id="11" name="矩形 10"/>
          <p:cNvSpPr>
            <a:spLocks noGrp="1"/>
          </p:cNvSpPr>
          <p:nvPr/>
        </p:nvSpPr>
        <p:spPr>
          <a:xfrm>
            <a:off x="1638300" y="3935095"/>
            <a:ext cx="6667500" cy="266700"/>
          </a:xfrm>
          <a:prstGeom prst="rect">
            <a:avLst/>
          </a:prstGeom>
          <a:noFill/>
          <a:ln w="0">
            <a:noFill/>
            <a:prstDash val="solid"/>
          </a:ln>
        </p:spPr>
        <p:txBody>
          <a:bodyPr/>
          <a:lstStyle/>
          <a:p>
            <a:pPr algn="l">
              <a:lnSpc>
                <a:spcPct val="112000"/>
              </a:lnSpc>
              <a:buNone/>
              <a:defRPr sz="2025" b="1">
                <a:solidFill>
                  <a:srgbClr val="C84F00"/>
                </a:solidFill>
                <a:latin typeface="微软雅黑" panose="020B0503020204020204" charset="-122"/>
                <a:ea typeface="微软雅黑" panose="020B0503020204020204" charset="-122"/>
                <a:cs typeface="微软雅黑" panose="020B0503020204020204" charset="-122"/>
              </a:defRPr>
            </a:pPr>
            <a:r>
              <a:rPr sz="2025" b="1">
                <a:solidFill>
                  <a:srgbClr val="C84F00"/>
                </a:solidFill>
                <a:cs typeface="微软雅黑" panose="020B0503020204020204" charset="-122"/>
              </a:rPr>
              <a:t>Progress is impossible without change.</a:t>
            </a:r>
            <a:endParaRPr sz="2025" b="1">
              <a:solidFill>
                <a:srgbClr val="C84F00"/>
              </a:solidFill>
              <a:cs typeface="微软雅黑" panose="020B0503020204020204" charset="-122"/>
            </a:endParaRPr>
          </a:p>
        </p:txBody>
      </p:sp>
      <p:sp>
        <p:nvSpPr>
          <p:cNvPr id="12" name="矩形 11"/>
          <p:cNvSpPr>
            <a:spLocks noGrp="1"/>
          </p:cNvSpPr>
          <p:nvPr/>
        </p:nvSpPr>
        <p:spPr>
          <a:xfrm>
            <a:off x="1638300" y="4249420"/>
            <a:ext cx="7048500" cy="209550"/>
          </a:xfrm>
          <a:prstGeom prst="rect">
            <a:avLst/>
          </a:prstGeom>
          <a:noFill/>
          <a:ln w="0">
            <a:noFill/>
            <a:prstDash val="solid"/>
          </a:ln>
        </p:spPr>
        <p:txBody>
          <a:bodyPr/>
          <a:lstStyle/>
          <a:p>
            <a:pPr algn="l">
              <a:lnSpc>
                <a:spcPct val="112000"/>
              </a:lnSpc>
              <a:buNone/>
              <a:defRPr sz="1500" b="0">
                <a:solidFill>
                  <a:srgbClr val="7B4B31"/>
                </a:solidFill>
                <a:latin typeface="微软雅黑" panose="020B0503020204020204" charset="-122"/>
                <a:ea typeface="微软雅黑" panose="020B0503020204020204" charset="-122"/>
                <a:cs typeface="微软雅黑" panose="020B0503020204020204" charset="-122"/>
              </a:defRPr>
            </a:pPr>
            <a:r>
              <a:rPr sz="2000" b="0">
                <a:solidFill>
                  <a:srgbClr val="7B4B31"/>
                </a:solidFill>
                <a:cs typeface="微软雅黑" panose="020B0503020204020204" charset="-122"/>
              </a:rPr>
              <a:t>没有变化，就不可能有进步。</a:t>
            </a:r>
            <a:endParaRPr sz="2000" b="0">
              <a:solidFill>
                <a:srgbClr val="7B4B31"/>
              </a:solidFill>
              <a:cs typeface="微软雅黑" panose="020B0503020204020204" charset="-122"/>
            </a:endParaRPr>
          </a:p>
        </p:txBody>
      </p:sp>
      <p:sp>
        <p:nvSpPr>
          <p:cNvPr id="13" name="圆角矩形 12"/>
          <p:cNvSpPr>
            <a:spLocks noGrp="1"/>
          </p:cNvSpPr>
          <p:nvPr/>
        </p:nvSpPr>
        <p:spPr>
          <a:xfrm>
            <a:off x="1257300" y="4869180"/>
            <a:ext cx="9677400" cy="1064260"/>
          </a:xfrm>
          <a:prstGeom prst="roundRect">
            <a:avLst>
              <a:gd name="adj" fmla="val 18919"/>
            </a:avLst>
          </a:prstGeom>
          <a:solidFill>
            <a:srgbClr val="FFFDF8"/>
          </a:solidFill>
          <a:ln w="13335">
            <a:solidFill>
              <a:srgbClr val="FFB46C"/>
            </a:solidFill>
            <a:prstDash val="solid"/>
          </a:ln>
        </p:spPr>
      </p:sp>
      <p:sp>
        <p:nvSpPr>
          <p:cNvPr id="14" name="矩形 13"/>
          <p:cNvSpPr>
            <a:spLocks noGrp="1"/>
          </p:cNvSpPr>
          <p:nvPr/>
        </p:nvSpPr>
        <p:spPr>
          <a:xfrm>
            <a:off x="1638300" y="4993005"/>
            <a:ext cx="7533005" cy="266700"/>
          </a:xfrm>
          <a:prstGeom prst="rect">
            <a:avLst/>
          </a:prstGeom>
          <a:noFill/>
          <a:ln w="0">
            <a:noFill/>
            <a:prstDash val="solid"/>
          </a:ln>
        </p:spPr>
        <p:txBody>
          <a:bodyPr/>
          <a:lstStyle/>
          <a:p>
            <a:pPr algn="l">
              <a:lnSpc>
                <a:spcPct val="112000"/>
              </a:lnSpc>
              <a:buNone/>
              <a:defRPr sz="2025" b="1">
                <a:solidFill>
                  <a:srgbClr val="C84F00"/>
                </a:solidFill>
                <a:latin typeface="微软雅黑" panose="020B0503020204020204" charset="-122"/>
                <a:ea typeface="微软雅黑" panose="020B0503020204020204" charset="-122"/>
                <a:cs typeface="微软雅黑" panose="020B0503020204020204" charset="-122"/>
              </a:defRPr>
            </a:pPr>
            <a:r>
              <a:rPr sz="2025" b="1">
                <a:solidFill>
                  <a:srgbClr val="C84F00"/>
                </a:solidFill>
                <a:cs typeface="微软雅黑" panose="020B0503020204020204" charset="-122"/>
              </a:rPr>
              <a:t>The world is changing, and we should change with it.</a:t>
            </a:r>
            <a:endParaRPr sz="2025" b="1">
              <a:solidFill>
                <a:srgbClr val="C84F00"/>
              </a:solidFill>
              <a:cs typeface="微软雅黑" panose="020B0503020204020204" charset="-122"/>
            </a:endParaRPr>
          </a:p>
        </p:txBody>
      </p:sp>
      <p:sp>
        <p:nvSpPr>
          <p:cNvPr id="15" name="矩形 14"/>
          <p:cNvSpPr>
            <a:spLocks noGrp="1"/>
          </p:cNvSpPr>
          <p:nvPr/>
        </p:nvSpPr>
        <p:spPr>
          <a:xfrm>
            <a:off x="1638300" y="5307330"/>
            <a:ext cx="7048500" cy="209550"/>
          </a:xfrm>
          <a:prstGeom prst="rect">
            <a:avLst/>
          </a:prstGeom>
          <a:noFill/>
          <a:ln w="0">
            <a:noFill/>
            <a:prstDash val="solid"/>
          </a:ln>
        </p:spPr>
        <p:txBody>
          <a:bodyPr/>
          <a:lstStyle/>
          <a:p>
            <a:pPr algn="l">
              <a:lnSpc>
                <a:spcPct val="112000"/>
              </a:lnSpc>
              <a:buNone/>
              <a:defRPr sz="1500" b="0">
                <a:solidFill>
                  <a:srgbClr val="7B4B31"/>
                </a:solidFill>
                <a:latin typeface="微软雅黑" panose="020B0503020204020204" charset="-122"/>
                <a:ea typeface="微软雅黑" panose="020B0503020204020204" charset="-122"/>
                <a:cs typeface="微软雅黑" panose="020B0503020204020204" charset="-122"/>
              </a:defRPr>
            </a:pPr>
            <a:r>
              <a:rPr sz="2000" b="0">
                <a:solidFill>
                  <a:srgbClr val="7B4B31"/>
                </a:solidFill>
                <a:cs typeface="微软雅黑" panose="020B0503020204020204" charset="-122"/>
              </a:rPr>
              <a:t>世界在变化，我们也应随之改变。</a:t>
            </a:r>
            <a:endParaRPr sz="2000" b="0">
              <a:solidFill>
                <a:srgbClr val="7B4B31"/>
              </a:solidFill>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六、中考对标范文</a:t>
            </a:r>
            <a:endParaRPr sz="2925" b="1">
              <a:solidFill>
                <a:srgbClr val="0F0A06"/>
              </a:solidFill>
              <a:cs typeface="微软雅黑" panose="020B0503020204020204" charset="-122"/>
            </a:endParaRPr>
          </a:p>
        </p:txBody>
      </p:sp>
      <p:sp>
        <p:nvSpPr>
          <p:cNvPr id="4" name="圆角矩形 3"/>
          <p:cNvSpPr>
            <a:spLocks noGrp="1"/>
          </p:cNvSpPr>
          <p:nvPr/>
        </p:nvSpPr>
        <p:spPr>
          <a:xfrm>
            <a:off x="876300" y="1466850"/>
            <a:ext cx="10439400" cy="4495800"/>
          </a:xfrm>
          <a:prstGeom prst="roundRect">
            <a:avLst>
              <a:gd name="adj" fmla="val 2966"/>
            </a:avLst>
          </a:prstGeom>
          <a:solidFill>
            <a:srgbClr val="FFFDF8"/>
          </a:solidFill>
          <a:ln w="13335">
            <a:solidFill>
              <a:srgbClr val="FFB46C"/>
            </a:solidFill>
            <a:prstDash val="solid"/>
          </a:ln>
        </p:spPr>
      </p:sp>
      <p:sp>
        <p:nvSpPr>
          <p:cNvPr id="5" name="矩形 4"/>
          <p:cNvSpPr>
            <a:spLocks noGrp="1"/>
          </p:cNvSpPr>
          <p:nvPr/>
        </p:nvSpPr>
        <p:spPr>
          <a:xfrm>
            <a:off x="1238250" y="1790700"/>
            <a:ext cx="6858000" cy="361950"/>
          </a:xfrm>
          <a:prstGeom prst="rect">
            <a:avLst/>
          </a:prstGeom>
          <a:noFill/>
          <a:ln w="0">
            <a:noFill/>
            <a:prstDash val="solid"/>
          </a:ln>
        </p:spPr>
        <p:txBody>
          <a:bodyPr/>
          <a:lstStyle/>
          <a:p>
            <a:pPr algn="l">
              <a:lnSpc>
                <a:spcPct val="112000"/>
              </a:lnSpc>
              <a:buNone/>
              <a:defRPr sz="2400" b="1">
                <a:solidFill>
                  <a:srgbClr val="C84F00"/>
                </a:solidFill>
                <a:latin typeface="微软雅黑" panose="020B0503020204020204" charset="-122"/>
                <a:ea typeface="微软雅黑" panose="020B0503020204020204" charset="-122"/>
                <a:cs typeface="微软雅黑" panose="020B0503020204020204" charset="-122"/>
              </a:defRPr>
            </a:pPr>
            <a:r>
              <a:rPr sz="2400" b="1">
                <a:solidFill>
                  <a:srgbClr val="C84F00"/>
                </a:solidFill>
                <a:cs typeface="微软雅黑" panose="020B0503020204020204" charset="-122"/>
              </a:rPr>
              <a:t>Changes in My Hometown</a:t>
            </a:r>
            <a:endParaRPr sz="2400" b="1">
              <a:solidFill>
                <a:srgbClr val="C84F00"/>
              </a:solidFill>
              <a:cs typeface="微软雅黑" panose="020B0503020204020204" charset="-122"/>
            </a:endParaRPr>
          </a:p>
        </p:txBody>
      </p:sp>
      <p:sp>
        <p:nvSpPr>
          <p:cNvPr id="6" name="矩形 5"/>
          <p:cNvSpPr>
            <a:spLocks noGrp="1"/>
          </p:cNvSpPr>
          <p:nvPr/>
        </p:nvSpPr>
        <p:spPr>
          <a:xfrm>
            <a:off x="1238250" y="2343150"/>
            <a:ext cx="9620250" cy="3219450"/>
          </a:xfrm>
          <a:prstGeom prst="rect">
            <a:avLst/>
          </a:prstGeom>
          <a:noFill/>
          <a:ln w="0">
            <a:noFill/>
            <a:prstDash val="solid"/>
          </a:ln>
        </p:spPr>
        <p:txBody>
          <a:bodyPr/>
          <a:lstStyle/>
          <a:p>
            <a:pPr algn="l">
              <a:lnSpc>
                <a:spcPct val="114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cs typeface="微软雅黑" panose="020B0503020204020204" charset="-122"/>
              </a:rPr>
              <a:t>Great changes have taken place in my hometown in the past few years.</a:t>
            </a:r>
            <a:endParaRPr sz="2025" b="0">
              <a:solidFill>
                <a:srgbClr val="22160F"/>
              </a:solidFill>
              <a:cs typeface="微软雅黑" panose="020B0503020204020204" charset="-122"/>
            </a:endParaRPr>
          </a:p>
          <a:p>
            <a:endParaRPr sz="2025"/>
          </a:p>
          <a:p>
            <a:pPr algn="l">
              <a:lnSpc>
                <a:spcPct val="114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cs typeface="微软雅黑" panose="020B0503020204020204" charset="-122"/>
              </a:rPr>
              <a:t>My hometown used to be a small and poor village. The roads were narrow and dirty, and there were no big shops or hospitals. People lived a hard life.</a:t>
            </a:r>
            <a:endParaRPr sz="2025" b="0">
              <a:solidFill>
                <a:srgbClr val="22160F"/>
              </a:solidFill>
              <a:cs typeface="微软雅黑" panose="020B0503020204020204" charset="-122"/>
            </a:endParaRPr>
          </a:p>
          <a:p>
            <a:endParaRPr sz="2025"/>
          </a:p>
          <a:p>
            <a:pPr algn="l">
              <a:lnSpc>
                <a:spcPct val="114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cs typeface="微软雅黑" panose="020B0503020204020204" charset="-122"/>
              </a:rPr>
              <a:t>But now, everything has changed. Wide and clean roads have been built, and we have a big supermarket and a new hospital. People's lives are becoming better and better. I love my hometown, and I'm happy to see these great changes.</a:t>
            </a:r>
            <a:endParaRPr sz="2025" b="0">
              <a:solidFill>
                <a:srgbClr val="22160F"/>
              </a:solidFill>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rPr>
              <a:t>范文2 中考提升版（一）</a:t>
            </a:r>
            <a:endParaRPr sz="2925" b="1">
              <a:solidFill>
                <a:srgbClr val="0F0A06"/>
              </a:solidFill>
            </a:endParaRPr>
          </a:p>
        </p:txBody>
      </p:sp>
      <p:sp>
        <p:nvSpPr>
          <p:cNvPr id="4" name="圆角矩形 3"/>
          <p:cNvSpPr>
            <a:spLocks noGrp="1"/>
          </p:cNvSpPr>
          <p:nvPr/>
        </p:nvSpPr>
        <p:spPr>
          <a:xfrm>
            <a:off x="876300" y="1676400"/>
            <a:ext cx="10439400" cy="4721860"/>
          </a:xfrm>
          <a:prstGeom prst="roundRect">
            <a:avLst>
              <a:gd name="adj" fmla="val 3382"/>
            </a:avLst>
          </a:prstGeom>
          <a:solidFill>
            <a:srgbClr val="FFFDF8"/>
          </a:solidFill>
          <a:ln w="13335">
            <a:solidFill>
              <a:srgbClr val="FFB46C"/>
            </a:solidFill>
            <a:prstDash val="solid"/>
          </a:ln>
        </p:spPr>
      </p:sp>
      <p:sp>
        <p:nvSpPr>
          <p:cNvPr id="5" name="矩形 4"/>
          <p:cNvSpPr>
            <a:spLocks noGrp="1"/>
          </p:cNvSpPr>
          <p:nvPr/>
        </p:nvSpPr>
        <p:spPr>
          <a:xfrm>
            <a:off x="1238250" y="1924050"/>
            <a:ext cx="7905750" cy="323850"/>
          </a:xfrm>
          <a:prstGeom prst="rect">
            <a:avLst/>
          </a:prstGeom>
          <a:noFill/>
          <a:ln w="0">
            <a:noFill/>
            <a:prstDash val="solid"/>
          </a:ln>
        </p:spPr>
        <p:txBody>
          <a:bodyPr/>
          <a:lstStyle/>
          <a:p>
            <a:pPr algn="l">
              <a:lnSpc>
                <a:spcPct val="112000"/>
              </a:lnSpc>
              <a:buNone/>
              <a:defRPr sz="2175" b="1">
                <a:solidFill>
                  <a:srgbClr val="C84F00"/>
                </a:solidFill>
                <a:latin typeface="微软雅黑" panose="020B0503020204020204" charset="-122"/>
                <a:ea typeface="微软雅黑" panose="020B0503020204020204" charset="-122"/>
                <a:cs typeface="微软雅黑" panose="020B0503020204020204" charset="-122"/>
              </a:defRPr>
            </a:pPr>
            <a:r>
              <a:rPr sz="2400" b="1">
                <a:solidFill>
                  <a:srgbClr val="C84F00"/>
                </a:solidFill>
                <a:cs typeface="微软雅黑" panose="020B0503020204020204" charset="-122"/>
              </a:rPr>
              <a:t>The Great Changes in My Hometown</a:t>
            </a:r>
            <a:endParaRPr sz="2400" b="1">
              <a:solidFill>
                <a:srgbClr val="C84F00"/>
              </a:solidFill>
              <a:cs typeface="微软雅黑" panose="020B0503020204020204" charset="-122"/>
            </a:endParaRPr>
          </a:p>
        </p:txBody>
      </p:sp>
      <p:sp>
        <p:nvSpPr>
          <p:cNvPr id="6" name="矩形 5"/>
          <p:cNvSpPr>
            <a:spLocks noGrp="1"/>
          </p:cNvSpPr>
          <p:nvPr/>
        </p:nvSpPr>
        <p:spPr>
          <a:xfrm>
            <a:off x="1238250" y="2495550"/>
            <a:ext cx="9620250" cy="2552700"/>
          </a:xfrm>
          <a:prstGeom prst="rect">
            <a:avLst/>
          </a:prstGeom>
          <a:noFill/>
          <a:ln w="0">
            <a:noFill/>
            <a:prstDash val="solid"/>
          </a:ln>
        </p:spPr>
        <p:txBody>
          <a:bodyPr/>
          <a:lstStyle/>
          <a:p>
            <a:pPr algn="l">
              <a:lnSpc>
                <a:spcPct val="118000"/>
              </a:lnSpc>
              <a:buNone/>
              <a:defRPr sz="1875"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cs typeface="微软雅黑" panose="020B0503020204020204" charset="-122"/>
              </a:rPr>
              <a:t>Over the last ten years, great changes have taken place in my hometown, and it is totally different from what it used to be.</a:t>
            </a:r>
            <a:endParaRPr sz="2400" b="0">
              <a:solidFill>
                <a:srgbClr val="22160F"/>
              </a:solidFill>
              <a:cs typeface="微软雅黑" panose="020B0503020204020204" charset="-122"/>
            </a:endParaRPr>
          </a:p>
          <a:p>
            <a:endParaRPr sz="2400"/>
          </a:p>
          <a:p>
            <a:pPr algn="l">
              <a:lnSpc>
                <a:spcPct val="118000"/>
              </a:lnSpc>
              <a:buNone/>
              <a:defRPr sz="1875"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cs typeface="微软雅黑" panose="020B0503020204020204" charset="-122"/>
              </a:rPr>
              <a:t>In the past, my hometown was a quiet village with narrow muddy roads. People used to live in old houses, and there was only one small shop in the whole village. The environment was not good, as we could see rubbish everywhere, and we even had sandstorms in spring.</a:t>
            </a:r>
            <a:endParaRPr sz="2400" b="0">
              <a:solidFill>
                <a:srgbClr val="22160F"/>
              </a:solidFill>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rPr>
              <a:t>范文2 中考提升版（二）</a:t>
            </a:r>
            <a:endParaRPr sz="2925" b="1">
              <a:solidFill>
                <a:srgbClr val="0F0A06"/>
              </a:solidFill>
            </a:endParaRPr>
          </a:p>
        </p:txBody>
      </p:sp>
      <p:sp>
        <p:nvSpPr>
          <p:cNvPr id="4" name="圆角矩形 3"/>
          <p:cNvSpPr>
            <a:spLocks noGrp="1"/>
          </p:cNvSpPr>
          <p:nvPr/>
        </p:nvSpPr>
        <p:spPr>
          <a:xfrm>
            <a:off x="876300" y="1695450"/>
            <a:ext cx="10439400" cy="4850130"/>
          </a:xfrm>
          <a:prstGeom prst="roundRect">
            <a:avLst>
              <a:gd name="adj" fmla="val 3500"/>
            </a:avLst>
          </a:prstGeom>
          <a:solidFill>
            <a:srgbClr val="FFF8EF"/>
          </a:solidFill>
          <a:ln w="13335">
            <a:solidFill>
              <a:srgbClr val="FFB46C"/>
            </a:solidFill>
            <a:prstDash val="solid"/>
          </a:ln>
        </p:spPr>
      </p:sp>
      <p:sp>
        <p:nvSpPr>
          <p:cNvPr id="5" name="矩形 4"/>
          <p:cNvSpPr>
            <a:spLocks noGrp="1"/>
          </p:cNvSpPr>
          <p:nvPr/>
        </p:nvSpPr>
        <p:spPr>
          <a:xfrm>
            <a:off x="1238250" y="2095500"/>
            <a:ext cx="9620250" cy="2705100"/>
          </a:xfrm>
          <a:prstGeom prst="rect">
            <a:avLst/>
          </a:prstGeom>
          <a:noFill/>
          <a:ln w="0">
            <a:noFill/>
            <a:prstDash val="solid"/>
          </a:ln>
        </p:spPr>
        <p:txBody>
          <a:bodyPr/>
          <a:lstStyle/>
          <a:p>
            <a:pPr algn="l">
              <a:lnSpc>
                <a:spcPct val="120000"/>
              </a:lnSpc>
              <a:buNone/>
              <a:defRPr sz="1875" b="0">
                <a:solidFill>
                  <a:srgbClr val="22160F"/>
                </a:solidFill>
                <a:latin typeface="微软雅黑" panose="020B0503020204020204" charset="-122"/>
                <a:ea typeface="微软雅黑" panose="020B0503020204020204" charset="-122"/>
                <a:cs typeface="微软雅黑" panose="020B0503020204020204" charset="-122"/>
              </a:defRPr>
            </a:pPr>
            <a:r>
              <a:rPr sz="2400" b="0">
                <a:solidFill>
                  <a:srgbClr val="22160F"/>
                </a:solidFill>
                <a:cs typeface="微软雅黑" panose="020B0503020204020204" charset="-122"/>
              </a:rPr>
              <a:t>With the support of the government, everything has changed now. We have wide and clean highways connecting the village to the city, which makes it very convenient for us to travel. New houses, a hospital and a library have been built. People have planted lots of trees and flowers, so the environment is getting better and better. What's more, our village has become a tourist attraction, and people can sell local products online to make more money.</a:t>
            </a:r>
            <a:endParaRPr sz="2400" b="0">
              <a:solidFill>
                <a:srgbClr val="22160F"/>
              </a:solidFill>
              <a:cs typeface="微软雅黑" panose="020B0503020204020204" charset="-122"/>
            </a:endParaRPr>
          </a:p>
        </p:txBody>
      </p:sp>
      <p:sp>
        <p:nvSpPr>
          <p:cNvPr id="6" name="圆角矩形 5"/>
          <p:cNvSpPr>
            <a:spLocks noGrp="1"/>
          </p:cNvSpPr>
          <p:nvPr/>
        </p:nvSpPr>
        <p:spPr>
          <a:xfrm>
            <a:off x="1238250" y="5876925"/>
            <a:ext cx="8368030" cy="474980"/>
          </a:xfrm>
          <a:prstGeom prst="roundRect">
            <a:avLst>
              <a:gd name="adj" fmla="val 27273"/>
            </a:avLst>
          </a:prstGeom>
          <a:solidFill>
            <a:srgbClr val="FFFFFF"/>
          </a:solidFill>
          <a:ln w="9525">
            <a:solidFill>
              <a:srgbClr val="FFD2A3"/>
            </a:solidFill>
            <a:prstDash val="solid"/>
          </a:ln>
        </p:spPr>
      </p:sp>
      <p:sp>
        <p:nvSpPr>
          <p:cNvPr id="7" name="矩形 6"/>
          <p:cNvSpPr>
            <a:spLocks noGrp="1"/>
          </p:cNvSpPr>
          <p:nvPr/>
        </p:nvSpPr>
        <p:spPr>
          <a:xfrm>
            <a:off x="1466850" y="5948680"/>
            <a:ext cx="8157845" cy="209550"/>
          </a:xfrm>
          <a:prstGeom prst="rect">
            <a:avLst/>
          </a:prstGeom>
          <a:noFill/>
          <a:ln w="0">
            <a:noFill/>
            <a:prstDash val="solid"/>
          </a:ln>
        </p:spPr>
        <p:txBody>
          <a:bodyPr/>
          <a:lstStyle/>
          <a:p>
            <a:pPr algn="l">
              <a:lnSpc>
                <a:spcPct val="112000"/>
              </a:lnSpc>
              <a:buNone/>
              <a:defRPr sz="1425" b="1">
                <a:solidFill>
                  <a:srgbClr val="C84F00"/>
                </a:solidFill>
                <a:latin typeface="微软雅黑" panose="020B0503020204020204" charset="-122"/>
                <a:ea typeface="微软雅黑" panose="020B0503020204020204" charset="-122"/>
                <a:cs typeface="微软雅黑" panose="020B0503020204020204" charset="-122"/>
              </a:defRPr>
            </a:pPr>
            <a:r>
              <a:rPr sz="1425" b="1">
                <a:solidFill>
                  <a:srgbClr val="C84F00"/>
                </a:solidFill>
              </a:rPr>
              <a:t>可圈画：with the support of / connecting ... to ... / What's more / sell products online</a:t>
            </a:r>
            <a:endParaRPr sz="1425" b="1">
              <a:solidFill>
                <a:srgbClr val="C84F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 name="图片 14"/>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rPr>
              <a:t>范文2 中考提升版（三）</a:t>
            </a:r>
            <a:endParaRPr sz="2925" b="1">
              <a:solidFill>
                <a:srgbClr val="0F0A06"/>
              </a:solidFill>
            </a:endParaRPr>
          </a:p>
        </p:txBody>
      </p:sp>
      <p:sp>
        <p:nvSpPr>
          <p:cNvPr id="4" name="圆角矩形 3"/>
          <p:cNvSpPr>
            <a:spLocks noGrp="1"/>
          </p:cNvSpPr>
          <p:nvPr/>
        </p:nvSpPr>
        <p:spPr>
          <a:xfrm>
            <a:off x="876300" y="1676400"/>
            <a:ext cx="10439400" cy="1600200"/>
          </a:xfrm>
          <a:prstGeom prst="roundRect">
            <a:avLst>
              <a:gd name="adj" fmla="val 8333"/>
            </a:avLst>
          </a:prstGeom>
          <a:solidFill>
            <a:srgbClr val="FFFDF8"/>
          </a:solidFill>
          <a:ln w="13335">
            <a:solidFill>
              <a:srgbClr val="FFB46C"/>
            </a:solidFill>
            <a:prstDash val="solid"/>
          </a:ln>
        </p:spPr>
      </p:sp>
      <p:sp>
        <p:nvSpPr>
          <p:cNvPr id="5" name="矩形 4"/>
          <p:cNvSpPr>
            <a:spLocks noGrp="1"/>
          </p:cNvSpPr>
          <p:nvPr/>
        </p:nvSpPr>
        <p:spPr>
          <a:xfrm>
            <a:off x="1257300" y="2038350"/>
            <a:ext cx="9334500" cy="400050"/>
          </a:xfrm>
          <a:prstGeom prst="rect">
            <a:avLst/>
          </a:prstGeom>
          <a:noFill/>
          <a:ln w="0">
            <a:noFill/>
            <a:prstDash val="solid"/>
          </a:ln>
        </p:spPr>
        <p:txBody>
          <a:bodyPr/>
          <a:lstStyle/>
          <a:p>
            <a:pPr algn="l">
              <a:lnSpc>
                <a:spcPct val="108000"/>
              </a:lnSpc>
              <a:buNone/>
              <a:defRPr sz="2025" b="1">
                <a:solidFill>
                  <a:srgbClr val="C84F00"/>
                </a:solidFill>
                <a:latin typeface="微软雅黑" panose="020B0503020204020204" charset="-122"/>
                <a:ea typeface="微软雅黑" panose="020B0503020204020204" charset="-122"/>
                <a:cs typeface="微软雅黑" panose="020B0503020204020204" charset="-122"/>
              </a:defRPr>
            </a:pPr>
            <a:r>
              <a:rPr sz="2025" b="1">
                <a:solidFill>
                  <a:srgbClr val="C84F00"/>
                </a:solidFill>
                <a:cs typeface="微软雅黑" panose="020B0503020204020204" charset="-122"/>
              </a:rPr>
              <a:t>结尾段</a:t>
            </a:r>
            <a:endParaRPr sz="2025" b="1">
              <a:solidFill>
                <a:srgbClr val="C84F00"/>
              </a:solidFill>
              <a:cs typeface="微软雅黑" panose="020B0503020204020204" charset="-122"/>
            </a:endParaRPr>
          </a:p>
        </p:txBody>
      </p:sp>
      <p:sp>
        <p:nvSpPr>
          <p:cNvPr id="6" name="矩形 5"/>
          <p:cNvSpPr>
            <a:spLocks noGrp="1"/>
          </p:cNvSpPr>
          <p:nvPr/>
        </p:nvSpPr>
        <p:spPr>
          <a:xfrm>
            <a:off x="1257300" y="2438400"/>
            <a:ext cx="9334500" cy="647700"/>
          </a:xfrm>
          <a:prstGeom prst="rect">
            <a:avLst/>
          </a:prstGeom>
          <a:noFill/>
          <a:ln w="0">
            <a:noFill/>
            <a:prstDash val="solid"/>
          </a:ln>
        </p:spPr>
        <p:txBody>
          <a:bodyPr/>
          <a:lstStyle/>
          <a:p>
            <a:pPr algn="l">
              <a:lnSpc>
                <a:spcPct val="108000"/>
              </a:lnSpc>
              <a:buNone/>
              <a:defRPr sz="2175" b="1">
                <a:solidFill>
                  <a:srgbClr val="22160F"/>
                </a:solidFill>
                <a:latin typeface="微软雅黑" panose="020B0503020204020204" charset="-122"/>
                <a:ea typeface="微软雅黑" panose="020B0503020204020204" charset="-122"/>
                <a:cs typeface="微软雅黑" panose="020B0503020204020204" charset="-122"/>
              </a:defRPr>
            </a:pPr>
            <a:r>
              <a:rPr sz="2175" b="1">
                <a:solidFill>
                  <a:srgbClr val="22160F"/>
                </a:solidFill>
                <a:cs typeface="微软雅黑" panose="020B0503020204020204" charset="-122"/>
              </a:rPr>
              <a:t>I am really proud of these changes. I believe that with our efforts, my hometown will have an even brighter future.</a:t>
            </a:r>
            <a:endParaRPr sz="2175" b="1">
              <a:solidFill>
                <a:srgbClr val="22160F"/>
              </a:solidFill>
              <a:cs typeface="微软雅黑" panose="020B0503020204020204" charset="-122"/>
            </a:endParaRPr>
          </a:p>
        </p:txBody>
      </p:sp>
      <p:sp>
        <p:nvSpPr>
          <p:cNvPr id="7" name="圆角矩形 6"/>
          <p:cNvSpPr>
            <a:spLocks noGrp="1"/>
          </p:cNvSpPr>
          <p:nvPr/>
        </p:nvSpPr>
        <p:spPr>
          <a:xfrm>
            <a:off x="1257300" y="3771900"/>
            <a:ext cx="2247900" cy="404495"/>
          </a:xfrm>
          <a:prstGeom prst="roundRect">
            <a:avLst>
              <a:gd name="adj" fmla="val 50000"/>
            </a:avLst>
          </a:prstGeom>
          <a:solidFill>
            <a:srgbClr val="FFE3BD"/>
          </a:solidFill>
          <a:ln w="11430">
            <a:solidFill>
              <a:srgbClr val="FF7A12"/>
            </a:solidFill>
            <a:prstDash val="solid"/>
          </a:ln>
        </p:spPr>
      </p:sp>
      <p:sp>
        <p:nvSpPr>
          <p:cNvPr id="8" name="矩形 7"/>
          <p:cNvSpPr>
            <a:spLocks noGrp="1"/>
          </p:cNvSpPr>
          <p:nvPr/>
        </p:nvSpPr>
        <p:spPr>
          <a:xfrm>
            <a:off x="1352550" y="3848100"/>
            <a:ext cx="2057400" cy="190500"/>
          </a:xfrm>
          <a:prstGeom prst="rect">
            <a:avLst/>
          </a:prstGeom>
          <a:noFill/>
          <a:ln w="0">
            <a:noFill/>
            <a:prstDash val="solid"/>
          </a:ln>
        </p:spPr>
        <p:txBody>
          <a:bodyPr/>
          <a:lstStyle/>
          <a:p>
            <a:pPr algn="ctr">
              <a:lnSpc>
                <a:spcPct val="100000"/>
              </a:lnSpc>
              <a:buNone/>
              <a:defRPr sz="1275" b="1">
                <a:solidFill>
                  <a:srgbClr val="C84F00"/>
                </a:solidFill>
                <a:latin typeface="微软雅黑" panose="020B0503020204020204" charset="-122"/>
                <a:ea typeface="微软雅黑" panose="020B0503020204020204" charset="-122"/>
                <a:cs typeface="微软雅黑" panose="020B0503020204020204" charset="-122"/>
              </a:defRPr>
            </a:pPr>
            <a:r>
              <a:rPr sz="1275" b="1">
                <a:solidFill>
                  <a:srgbClr val="C84F00"/>
                </a:solidFill>
                <a:cs typeface="微软雅黑" panose="020B0503020204020204" charset="-122"/>
              </a:rPr>
              <a:t>课堂收束：检查三件事</a:t>
            </a:r>
            <a:endParaRPr sz="1275" b="1">
              <a:solidFill>
                <a:srgbClr val="C84F00"/>
              </a:solidFill>
              <a:cs typeface="微软雅黑" panose="020B0503020204020204" charset="-122"/>
            </a:endParaRPr>
          </a:p>
        </p:txBody>
      </p:sp>
      <p:sp>
        <p:nvSpPr>
          <p:cNvPr id="9" name="椭圆 8"/>
          <p:cNvSpPr>
            <a:spLocks noGrp="1"/>
          </p:cNvSpPr>
          <p:nvPr/>
        </p:nvSpPr>
        <p:spPr>
          <a:xfrm>
            <a:off x="1428750" y="4548505"/>
            <a:ext cx="76200" cy="76200"/>
          </a:xfrm>
          <a:prstGeom prst="ellipse">
            <a:avLst/>
          </a:prstGeom>
          <a:solidFill>
            <a:srgbClr val="FF7A12"/>
          </a:solidFill>
          <a:ln w="0">
            <a:solidFill>
              <a:srgbClr val="FF7A12"/>
            </a:solidFill>
            <a:prstDash val="solid"/>
          </a:ln>
        </p:spPr>
      </p:sp>
      <p:sp>
        <p:nvSpPr>
          <p:cNvPr id="10" name="矩形 9"/>
          <p:cNvSpPr>
            <a:spLocks noGrp="1"/>
          </p:cNvSpPr>
          <p:nvPr/>
        </p:nvSpPr>
        <p:spPr>
          <a:xfrm>
            <a:off x="1638300" y="4400550"/>
            <a:ext cx="855345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cs typeface="微软雅黑" panose="020B0503020204020204" charset="-122"/>
              </a:rPr>
              <a:t>是否写清楚过去与现在的对比？</a:t>
            </a:r>
            <a:endParaRPr sz="2025" b="0">
              <a:solidFill>
                <a:srgbClr val="22160F"/>
              </a:solidFill>
              <a:cs typeface="微软雅黑" panose="020B0503020204020204" charset="-122"/>
            </a:endParaRPr>
          </a:p>
        </p:txBody>
      </p:sp>
      <p:sp>
        <p:nvSpPr>
          <p:cNvPr id="11" name="椭圆 10"/>
          <p:cNvSpPr>
            <a:spLocks noGrp="1"/>
          </p:cNvSpPr>
          <p:nvPr/>
        </p:nvSpPr>
        <p:spPr>
          <a:xfrm>
            <a:off x="1428750" y="5005705"/>
            <a:ext cx="76200" cy="76200"/>
          </a:xfrm>
          <a:prstGeom prst="ellipse">
            <a:avLst/>
          </a:prstGeom>
          <a:solidFill>
            <a:srgbClr val="FF7A12"/>
          </a:solidFill>
          <a:ln w="0">
            <a:solidFill>
              <a:srgbClr val="FF7A12"/>
            </a:solidFill>
            <a:prstDash val="solid"/>
          </a:ln>
        </p:spPr>
      </p:sp>
      <p:sp>
        <p:nvSpPr>
          <p:cNvPr id="12" name="矩形 11"/>
          <p:cNvSpPr>
            <a:spLocks noGrp="1"/>
          </p:cNvSpPr>
          <p:nvPr/>
        </p:nvSpPr>
        <p:spPr>
          <a:xfrm>
            <a:off x="1638300" y="4857750"/>
            <a:ext cx="855345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rPr>
              <a:t>是否使用现在完成时体现“变化对现在的影响”？</a:t>
            </a:r>
            <a:endParaRPr sz="2025" b="0">
              <a:solidFill>
                <a:srgbClr val="22160F"/>
              </a:solidFill>
            </a:endParaRPr>
          </a:p>
        </p:txBody>
      </p:sp>
      <p:sp>
        <p:nvSpPr>
          <p:cNvPr id="13" name="椭圆 12"/>
          <p:cNvSpPr>
            <a:spLocks noGrp="1"/>
          </p:cNvSpPr>
          <p:nvPr/>
        </p:nvSpPr>
        <p:spPr>
          <a:xfrm>
            <a:off x="1428750" y="5534660"/>
            <a:ext cx="76200" cy="76200"/>
          </a:xfrm>
          <a:prstGeom prst="ellipse">
            <a:avLst/>
          </a:prstGeom>
          <a:solidFill>
            <a:srgbClr val="FF7A12"/>
          </a:solidFill>
          <a:ln w="0">
            <a:solidFill>
              <a:srgbClr val="FF7A12"/>
            </a:solidFill>
            <a:prstDash val="solid"/>
          </a:ln>
        </p:spPr>
      </p:sp>
      <p:sp>
        <p:nvSpPr>
          <p:cNvPr id="14" name="矩形 13"/>
          <p:cNvSpPr>
            <a:spLocks noGrp="1"/>
          </p:cNvSpPr>
          <p:nvPr/>
        </p:nvSpPr>
        <p:spPr>
          <a:xfrm>
            <a:off x="1638300" y="5314950"/>
            <a:ext cx="8553450" cy="533400"/>
          </a:xfrm>
          <a:prstGeom prst="rect">
            <a:avLst/>
          </a:prstGeom>
          <a:noFill/>
          <a:ln w="0">
            <a:noFill/>
            <a:prstDash val="solid"/>
          </a:ln>
        </p:spPr>
        <p:txBody>
          <a:bodyPr/>
          <a:lstStyle/>
          <a:p>
            <a:pPr algn="l">
              <a:lnSpc>
                <a:spcPct val="108000"/>
              </a:lnSpc>
              <a:buNone/>
              <a:defRPr sz="2025" b="0">
                <a:solidFill>
                  <a:srgbClr val="22160F"/>
                </a:solidFill>
                <a:latin typeface="微软雅黑" panose="020B0503020204020204" charset="-122"/>
                <a:ea typeface="微软雅黑" panose="020B0503020204020204" charset="-122"/>
                <a:cs typeface="微软雅黑" panose="020B0503020204020204" charset="-122"/>
              </a:defRPr>
            </a:pPr>
            <a:r>
              <a:rPr sz="2025" b="0">
                <a:solidFill>
                  <a:srgbClr val="22160F"/>
                </a:solidFill>
                <a:cs typeface="微软雅黑" panose="020B0503020204020204" charset="-122"/>
              </a:rPr>
              <a:t>结尾是否表达了感受、态度或未来展望？</a:t>
            </a:r>
            <a:endParaRPr sz="2025" b="0">
              <a:solidFill>
                <a:srgbClr val="22160F"/>
              </a:solidFill>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925" b="1">
                <a:solidFill>
                  <a:srgbClr val="0F0A06"/>
                </a:solidFill>
                <a:cs typeface="微软雅黑" panose="020B0503020204020204" charset="-122"/>
              </a:rPr>
              <a:t>作文自查清单</a:t>
            </a:r>
            <a:endParaRPr sz="2925" b="1">
              <a:solidFill>
                <a:srgbClr val="0F0A06"/>
              </a:solidFill>
              <a:cs typeface="微软雅黑" panose="020B0503020204020204" charset="-122"/>
            </a:endParaRPr>
          </a:p>
        </p:txBody>
      </p:sp>
      <p:sp>
        <p:nvSpPr>
          <p:cNvPr id="4" name="圆角矩形 3"/>
          <p:cNvSpPr>
            <a:spLocks noGrp="1"/>
          </p:cNvSpPr>
          <p:nvPr/>
        </p:nvSpPr>
        <p:spPr>
          <a:xfrm>
            <a:off x="1123950" y="1695450"/>
            <a:ext cx="9906000" cy="552450"/>
          </a:xfrm>
          <a:prstGeom prst="roundRect">
            <a:avLst>
              <a:gd name="adj" fmla="val 24138"/>
            </a:avLst>
          </a:prstGeom>
          <a:solidFill>
            <a:srgbClr val="FFF8EF"/>
          </a:solidFill>
          <a:ln w="13335">
            <a:solidFill>
              <a:srgbClr val="FFB46C"/>
            </a:solidFill>
            <a:prstDash val="solid"/>
          </a:ln>
        </p:spPr>
      </p:sp>
      <p:sp>
        <p:nvSpPr>
          <p:cNvPr id="5" name="圆角矩形 4"/>
          <p:cNvSpPr>
            <a:spLocks noGrp="1"/>
          </p:cNvSpPr>
          <p:nvPr/>
        </p:nvSpPr>
        <p:spPr>
          <a:xfrm>
            <a:off x="1390650" y="1790700"/>
            <a:ext cx="895350" cy="361950"/>
          </a:xfrm>
          <a:prstGeom prst="roundRect">
            <a:avLst>
              <a:gd name="adj" fmla="val 31579"/>
            </a:avLst>
          </a:prstGeom>
          <a:solidFill>
            <a:srgbClr val="FF7A12"/>
          </a:solidFill>
          <a:ln w="9525">
            <a:solidFill>
              <a:srgbClr val="FF7A12"/>
            </a:solidFill>
            <a:prstDash val="solid"/>
          </a:ln>
        </p:spPr>
      </p:sp>
      <p:sp>
        <p:nvSpPr>
          <p:cNvPr id="6" name="矩形 5"/>
          <p:cNvSpPr>
            <a:spLocks noGrp="1"/>
          </p:cNvSpPr>
          <p:nvPr/>
        </p:nvSpPr>
        <p:spPr>
          <a:xfrm>
            <a:off x="1466850" y="1804670"/>
            <a:ext cx="742950" cy="2476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主题</a:t>
            </a:r>
            <a:endParaRPr sz="1575" b="1">
              <a:solidFill>
                <a:srgbClr val="FFFFFF"/>
              </a:solidFill>
              <a:cs typeface="微软雅黑" panose="020B0503020204020204" charset="-122"/>
            </a:endParaRPr>
          </a:p>
        </p:txBody>
      </p:sp>
      <p:sp>
        <p:nvSpPr>
          <p:cNvPr id="7" name="矩形 6"/>
          <p:cNvSpPr>
            <a:spLocks noGrp="1"/>
          </p:cNvSpPr>
          <p:nvPr/>
        </p:nvSpPr>
        <p:spPr>
          <a:xfrm>
            <a:off x="2590800" y="1776095"/>
            <a:ext cx="7810500" cy="285750"/>
          </a:xfrm>
          <a:prstGeom prst="rect">
            <a:avLst/>
          </a:prstGeom>
          <a:noFill/>
          <a:ln w="0">
            <a:noFill/>
            <a:prstDash val="solid"/>
          </a:ln>
        </p:spPr>
        <p:txBody>
          <a:bodyPr/>
          <a:lstStyle/>
          <a:p>
            <a:pPr algn="l">
              <a:lnSpc>
                <a:spcPct val="112000"/>
              </a:lnSpc>
              <a:buNone/>
              <a:defRPr sz="1875" b="0">
                <a:solidFill>
                  <a:srgbClr val="22160F"/>
                </a:solidFill>
                <a:latin typeface="微软雅黑" panose="020B0503020204020204" charset="-122"/>
                <a:ea typeface="微软雅黑" panose="020B0503020204020204" charset="-122"/>
                <a:cs typeface="微软雅黑" panose="020B0503020204020204" charset="-122"/>
              </a:defRPr>
            </a:pPr>
            <a:r>
              <a:rPr sz="1875" b="0">
                <a:solidFill>
                  <a:srgbClr val="22160F"/>
                </a:solidFill>
                <a:cs typeface="微软雅黑" panose="020B0503020204020204" charset="-122"/>
              </a:rPr>
              <a:t>变化主体明确，有过去和现在的对比。</a:t>
            </a:r>
            <a:endParaRPr sz="1875" b="0">
              <a:solidFill>
                <a:srgbClr val="22160F"/>
              </a:solidFill>
              <a:cs typeface="微软雅黑" panose="020B0503020204020204" charset="-122"/>
            </a:endParaRPr>
          </a:p>
        </p:txBody>
      </p:sp>
      <p:sp>
        <p:nvSpPr>
          <p:cNvPr id="8" name="圆角矩形 7"/>
          <p:cNvSpPr>
            <a:spLocks noGrp="1"/>
          </p:cNvSpPr>
          <p:nvPr/>
        </p:nvSpPr>
        <p:spPr>
          <a:xfrm>
            <a:off x="1123950" y="2438400"/>
            <a:ext cx="9906000" cy="552450"/>
          </a:xfrm>
          <a:prstGeom prst="roundRect">
            <a:avLst>
              <a:gd name="adj" fmla="val 24138"/>
            </a:avLst>
          </a:prstGeom>
          <a:solidFill>
            <a:srgbClr val="FFFDF8"/>
          </a:solidFill>
          <a:ln w="13335">
            <a:solidFill>
              <a:srgbClr val="FFB46C"/>
            </a:solidFill>
            <a:prstDash val="solid"/>
          </a:ln>
        </p:spPr>
      </p:sp>
      <p:sp>
        <p:nvSpPr>
          <p:cNvPr id="9" name="圆角矩形 8"/>
          <p:cNvSpPr>
            <a:spLocks noGrp="1"/>
          </p:cNvSpPr>
          <p:nvPr/>
        </p:nvSpPr>
        <p:spPr>
          <a:xfrm>
            <a:off x="1390650" y="2533650"/>
            <a:ext cx="895350" cy="361950"/>
          </a:xfrm>
          <a:prstGeom prst="roundRect">
            <a:avLst>
              <a:gd name="adj" fmla="val 31579"/>
            </a:avLst>
          </a:prstGeom>
          <a:solidFill>
            <a:srgbClr val="FF7A12"/>
          </a:solidFill>
          <a:ln w="9525">
            <a:solidFill>
              <a:srgbClr val="FF7A12"/>
            </a:solidFill>
            <a:prstDash val="solid"/>
          </a:ln>
        </p:spPr>
      </p:sp>
      <p:sp>
        <p:nvSpPr>
          <p:cNvPr id="10" name="矩形 9"/>
          <p:cNvSpPr>
            <a:spLocks noGrp="1"/>
          </p:cNvSpPr>
          <p:nvPr/>
        </p:nvSpPr>
        <p:spPr>
          <a:xfrm>
            <a:off x="1466850" y="2547620"/>
            <a:ext cx="742950" cy="2476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结构</a:t>
            </a:r>
            <a:endParaRPr sz="1575" b="1">
              <a:solidFill>
                <a:srgbClr val="FFFFFF"/>
              </a:solidFill>
              <a:cs typeface="微软雅黑" panose="020B0503020204020204" charset="-122"/>
            </a:endParaRPr>
          </a:p>
        </p:txBody>
      </p:sp>
      <p:sp>
        <p:nvSpPr>
          <p:cNvPr id="11" name="矩形 10"/>
          <p:cNvSpPr>
            <a:spLocks noGrp="1"/>
          </p:cNvSpPr>
          <p:nvPr/>
        </p:nvSpPr>
        <p:spPr>
          <a:xfrm>
            <a:off x="2590800" y="2519045"/>
            <a:ext cx="7810500" cy="285750"/>
          </a:xfrm>
          <a:prstGeom prst="rect">
            <a:avLst/>
          </a:prstGeom>
          <a:noFill/>
          <a:ln w="0">
            <a:noFill/>
            <a:prstDash val="solid"/>
          </a:ln>
        </p:spPr>
        <p:txBody>
          <a:bodyPr/>
          <a:lstStyle/>
          <a:p>
            <a:pPr algn="l">
              <a:lnSpc>
                <a:spcPct val="112000"/>
              </a:lnSpc>
              <a:buNone/>
              <a:defRPr sz="1875" b="0">
                <a:solidFill>
                  <a:srgbClr val="22160F"/>
                </a:solidFill>
                <a:latin typeface="微软雅黑" panose="020B0503020204020204" charset="-122"/>
                <a:ea typeface="微软雅黑" panose="020B0503020204020204" charset="-122"/>
                <a:cs typeface="微软雅黑" panose="020B0503020204020204" charset="-122"/>
              </a:defRPr>
            </a:pPr>
            <a:r>
              <a:rPr sz="1875" b="0">
                <a:solidFill>
                  <a:srgbClr val="22160F"/>
                </a:solidFill>
                <a:cs typeface="微软雅黑" panose="020B0503020204020204" charset="-122"/>
              </a:rPr>
              <a:t>开头点题，正文分点，结尾升华。</a:t>
            </a:r>
            <a:endParaRPr sz="1875" b="0">
              <a:solidFill>
                <a:srgbClr val="22160F"/>
              </a:solidFill>
              <a:cs typeface="微软雅黑" panose="020B0503020204020204" charset="-122"/>
            </a:endParaRPr>
          </a:p>
        </p:txBody>
      </p:sp>
      <p:sp>
        <p:nvSpPr>
          <p:cNvPr id="12" name="圆角矩形 11"/>
          <p:cNvSpPr>
            <a:spLocks noGrp="1"/>
          </p:cNvSpPr>
          <p:nvPr/>
        </p:nvSpPr>
        <p:spPr>
          <a:xfrm>
            <a:off x="1123950" y="3181350"/>
            <a:ext cx="9906000" cy="552450"/>
          </a:xfrm>
          <a:prstGeom prst="roundRect">
            <a:avLst>
              <a:gd name="adj" fmla="val 24138"/>
            </a:avLst>
          </a:prstGeom>
          <a:solidFill>
            <a:srgbClr val="FFF8EF"/>
          </a:solidFill>
          <a:ln w="13335">
            <a:solidFill>
              <a:srgbClr val="FFB46C"/>
            </a:solidFill>
            <a:prstDash val="solid"/>
          </a:ln>
        </p:spPr>
      </p:sp>
      <p:sp>
        <p:nvSpPr>
          <p:cNvPr id="13" name="圆角矩形 12"/>
          <p:cNvSpPr>
            <a:spLocks noGrp="1"/>
          </p:cNvSpPr>
          <p:nvPr/>
        </p:nvSpPr>
        <p:spPr>
          <a:xfrm>
            <a:off x="1390650" y="3276600"/>
            <a:ext cx="895350" cy="361950"/>
          </a:xfrm>
          <a:prstGeom prst="roundRect">
            <a:avLst>
              <a:gd name="adj" fmla="val 31579"/>
            </a:avLst>
          </a:prstGeom>
          <a:solidFill>
            <a:srgbClr val="FF7A12"/>
          </a:solidFill>
          <a:ln w="9525">
            <a:solidFill>
              <a:srgbClr val="FF7A12"/>
            </a:solidFill>
            <a:prstDash val="solid"/>
          </a:ln>
        </p:spPr>
      </p:sp>
      <p:sp>
        <p:nvSpPr>
          <p:cNvPr id="14" name="矩形 13"/>
          <p:cNvSpPr>
            <a:spLocks noGrp="1"/>
          </p:cNvSpPr>
          <p:nvPr/>
        </p:nvSpPr>
        <p:spPr>
          <a:xfrm>
            <a:off x="1466850" y="3290570"/>
            <a:ext cx="742950" cy="2476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语言</a:t>
            </a:r>
            <a:endParaRPr sz="1575" b="1">
              <a:solidFill>
                <a:srgbClr val="FFFFFF"/>
              </a:solidFill>
              <a:cs typeface="微软雅黑" panose="020B0503020204020204" charset="-122"/>
            </a:endParaRPr>
          </a:p>
        </p:txBody>
      </p:sp>
      <p:sp>
        <p:nvSpPr>
          <p:cNvPr id="15" name="矩形 14"/>
          <p:cNvSpPr>
            <a:spLocks noGrp="1"/>
          </p:cNvSpPr>
          <p:nvPr/>
        </p:nvSpPr>
        <p:spPr>
          <a:xfrm>
            <a:off x="2590800" y="3261995"/>
            <a:ext cx="7810500" cy="285750"/>
          </a:xfrm>
          <a:prstGeom prst="rect">
            <a:avLst/>
          </a:prstGeom>
          <a:noFill/>
          <a:ln w="0">
            <a:noFill/>
            <a:prstDash val="solid"/>
          </a:ln>
        </p:spPr>
        <p:txBody>
          <a:bodyPr/>
          <a:lstStyle/>
          <a:p>
            <a:pPr algn="l">
              <a:lnSpc>
                <a:spcPct val="112000"/>
              </a:lnSpc>
              <a:buNone/>
              <a:defRPr sz="1875" b="0">
                <a:solidFill>
                  <a:srgbClr val="22160F"/>
                </a:solidFill>
                <a:latin typeface="微软雅黑" panose="020B0503020204020204" charset="-122"/>
                <a:ea typeface="微软雅黑" panose="020B0503020204020204" charset="-122"/>
                <a:cs typeface="微软雅黑" panose="020B0503020204020204" charset="-122"/>
              </a:defRPr>
            </a:pPr>
            <a:r>
              <a:rPr sz="1875" b="0">
                <a:solidFill>
                  <a:srgbClr val="22160F"/>
                </a:solidFill>
                <a:cs typeface="微软雅黑" panose="020B0503020204020204" charset="-122"/>
              </a:rPr>
              <a:t>一般过去时、现在完成时和一般现在时使用合理。</a:t>
            </a:r>
            <a:endParaRPr sz="1875" b="0">
              <a:solidFill>
                <a:srgbClr val="22160F"/>
              </a:solidFill>
              <a:cs typeface="微软雅黑" panose="020B0503020204020204" charset="-122"/>
            </a:endParaRPr>
          </a:p>
        </p:txBody>
      </p:sp>
      <p:sp>
        <p:nvSpPr>
          <p:cNvPr id="16" name="圆角矩形 15"/>
          <p:cNvSpPr>
            <a:spLocks noGrp="1"/>
          </p:cNvSpPr>
          <p:nvPr/>
        </p:nvSpPr>
        <p:spPr>
          <a:xfrm>
            <a:off x="1123950" y="3924300"/>
            <a:ext cx="9906000" cy="552450"/>
          </a:xfrm>
          <a:prstGeom prst="roundRect">
            <a:avLst>
              <a:gd name="adj" fmla="val 24138"/>
            </a:avLst>
          </a:prstGeom>
          <a:solidFill>
            <a:srgbClr val="FFFDF8"/>
          </a:solidFill>
          <a:ln w="13335">
            <a:solidFill>
              <a:srgbClr val="FFB46C"/>
            </a:solidFill>
            <a:prstDash val="solid"/>
          </a:ln>
        </p:spPr>
      </p:sp>
      <p:sp>
        <p:nvSpPr>
          <p:cNvPr id="17" name="圆角矩形 16"/>
          <p:cNvSpPr>
            <a:spLocks noGrp="1"/>
          </p:cNvSpPr>
          <p:nvPr/>
        </p:nvSpPr>
        <p:spPr>
          <a:xfrm>
            <a:off x="1390650" y="4019550"/>
            <a:ext cx="895350" cy="361950"/>
          </a:xfrm>
          <a:prstGeom prst="roundRect">
            <a:avLst>
              <a:gd name="adj" fmla="val 31579"/>
            </a:avLst>
          </a:prstGeom>
          <a:solidFill>
            <a:srgbClr val="FF7A12"/>
          </a:solidFill>
          <a:ln w="9525">
            <a:solidFill>
              <a:srgbClr val="FF7A12"/>
            </a:solidFill>
            <a:prstDash val="solid"/>
          </a:ln>
        </p:spPr>
      </p:sp>
      <p:sp>
        <p:nvSpPr>
          <p:cNvPr id="18" name="矩形 17"/>
          <p:cNvSpPr>
            <a:spLocks noGrp="1"/>
          </p:cNvSpPr>
          <p:nvPr/>
        </p:nvSpPr>
        <p:spPr>
          <a:xfrm>
            <a:off x="1466850" y="4033520"/>
            <a:ext cx="742950" cy="2476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亮点</a:t>
            </a:r>
            <a:endParaRPr sz="1575" b="1">
              <a:solidFill>
                <a:srgbClr val="FFFFFF"/>
              </a:solidFill>
              <a:cs typeface="微软雅黑" panose="020B0503020204020204" charset="-122"/>
            </a:endParaRPr>
          </a:p>
        </p:txBody>
      </p:sp>
      <p:sp>
        <p:nvSpPr>
          <p:cNvPr id="19" name="矩形 18"/>
          <p:cNvSpPr>
            <a:spLocks noGrp="1"/>
          </p:cNvSpPr>
          <p:nvPr/>
        </p:nvSpPr>
        <p:spPr>
          <a:xfrm>
            <a:off x="2590800" y="4004945"/>
            <a:ext cx="7810500" cy="285750"/>
          </a:xfrm>
          <a:prstGeom prst="rect">
            <a:avLst/>
          </a:prstGeom>
          <a:noFill/>
          <a:ln w="0">
            <a:noFill/>
            <a:prstDash val="solid"/>
          </a:ln>
        </p:spPr>
        <p:txBody>
          <a:bodyPr/>
          <a:lstStyle/>
          <a:p>
            <a:pPr algn="l">
              <a:lnSpc>
                <a:spcPct val="112000"/>
              </a:lnSpc>
              <a:buNone/>
              <a:defRPr sz="1875" b="0">
                <a:solidFill>
                  <a:srgbClr val="22160F"/>
                </a:solidFill>
                <a:latin typeface="微软雅黑" panose="020B0503020204020204" charset="-122"/>
                <a:ea typeface="微软雅黑" panose="020B0503020204020204" charset="-122"/>
                <a:cs typeface="微软雅黑" panose="020B0503020204020204" charset="-122"/>
              </a:defRPr>
            </a:pPr>
            <a:r>
              <a:rPr sz="1875" b="0">
                <a:solidFill>
                  <a:srgbClr val="22160F"/>
                </a:solidFill>
              </a:rPr>
              <a:t>至少使用 2 个核心短语或高分句型。</a:t>
            </a:r>
            <a:endParaRPr sz="1875" b="0">
              <a:solidFill>
                <a:srgbClr val="22160F"/>
              </a:solidFill>
            </a:endParaRPr>
          </a:p>
        </p:txBody>
      </p:sp>
      <p:sp>
        <p:nvSpPr>
          <p:cNvPr id="20" name="圆角矩形 19"/>
          <p:cNvSpPr>
            <a:spLocks noGrp="1"/>
          </p:cNvSpPr>
          <p:nvPr/>
        </p:nvSpPr>
        <p:spPr>
          <a:xfrm>
            <a:off x="1123950" y="4667250"/>
            <a:ext cx="9906000" cy="552450"/>
          </a:xfrm>
          <a:prstGeom prst="roundRect">
            <a:avLst>
              <a:gd name="adj" fmla="val 24138"/>
            </a:avLst>
          </a:prstGeom>
          <a:solidFill>
            <a:srgbClr val="FFF8EF"/>
          </a:solidFill>
          <a:ln w="13335">
            <a:solidFill>
              <a:srgbClr val="FFB46C"/>
            </a:solidFill>
            <a:prstDash val="solid"/>
          </a:ln>
        </p:spPr>
      </p:sp>
      <p:sp>
        <p:nvSpPr>
          <p:cNvPr id="21" name="圆角矩形 20"/>
          <p:cNvSpPr>
            <a:spLocks noGrp="1"/>
          </p:cNvSpPr>
          <p:nvPr/>
        </p:nvSpPr>
        <p:spPr>
          <a:xfrm>
            <a:off x="1390650" y="4762500"/>
            <a:ext cx="895350" cy="361950"/>
          </a:xfrm>
          <a:prstGeom prst="roundRect">
            <a:avLst>
              <a:gd name="adj" fmla="val 31579"/>
            </a:avLst>
          </a:prstGeom>
          <a:solidFill>
            <a:srgbClr val="FF7A12"/>
          </a:solidFill>
          <a:ln w="9525">
            <a:solidFill>
              <a:srgbClr val="FF7A12"/>
            </a:solidFill>
            <a:prstDash val="solid"/>
          </a:ln>
        </p:spPr>
      </p:sp>
      <p:sp>
        <p:nvSpPr>
          <p:cNvPr id="22" name="矩形 21"/>
          <p:cNvSpPr>
            <a:spLocks noGrp="1"/>
          </p:cNvSpPr>
          <p:nvPr/>
        </p:nvSpPr>
        <p:spPr>
          <a:xfrm>
            <a:off x="1466850" y="4776470"/>
            <a:ext cx="742950" cy="2476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1575" b="1">
                <a:solidFill>
                  <a:srgbClr val="FFFFFF"/>
                </a:solidFill>
                <a:cs typeface="微软雅黑" panose="020B0503020204020204" charset="-122"/>
              </a:rPr>
              <a:t>卷面</a:t>
            </a:r>
            <a:endParaRPr sz="1575" b="1">
              <a:solidFill>
                <a:srgbClr val="FFFFFF"/>
              </a:solidFill>
              <a:cs typeface="微软雅黑" panose="020B0503020204020204" charset="-122"/>
            </a:endParaRPr>
          </a:p>
        </p:txBody>
      </p:sp>
      <p:sp>
        <p:nvSpPr>
          <p:cNvPr id="23" name="矩形 22"/>
          <p:cNvSpPr>
            <a:spLocks noGrp="1"/>
          </p:cNvSpPr>
          <p:nvPr/>
        </p:nvSpPr>
        <p:spPr>
          <a:xfrm>
            <a:off x="2590800" y="4747895"/>
            <a:ext cx="7810500" cy="285750"/>
          </a:xfrm>
          <a:prstGeom prst="rect">
            <a:avLst/>
          </a:prstGeom>
          <a:noFill/>
          <a:ln w="0">
            <a:noFill/>
            <a:prstDash val="solid"/>
          </a:ln>
        </p:spPr>
        <p:txBody>
          <a:bodyPr/>
          <a:lstStyle/>
          <a:p>
            <a:pPr algn="l">
              <a:lnSpc>
                <a:spcPct val="112000"/>
              </a:lnSpc>
              <a:buNone/>
              <a:defRPr sz="1875" b="0">
                <a:solidFill>
                  <a:srgbClr val="22160F"/>
                </a:solidFill>
                <a:latin typeface="微软雅黑" panose="020B0503020204020204" charset="-122"/>
                <a:ea typeface="微软雅黑" panose="020B0503020204020204" charset="-122"/>
                <a:cs typeface="微软雅黑" panose="020B0503020204020204" charset="-122"/>
              </a:defRPr>
            </a:pPr>
            <a:r>
              <a:rPr sz="1875" b="0">
                <a:solidFill>
                  <a:srgbClr val="22160F"/>
                </a:solidFill>
                <a:cs typeface="微软雅黑" panose="020B0503020204020204" charset="-122"/>
              </a:rPr>
              <a:t>句子完整，标点清楚，避免连续低级错误。</a:t>
            </a:r>
            <a:endParaRPr sz="1875" b="0">
              <a:solidFill>
                <a:srgbClr val="22160F"/>
              </a:solidFill>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5323</Words>
  <Application>WPS 演示</Application>
  <PresentationFormat>Converted Presentation</PresentationFormat>
  <Paragraphs>360</Paragraphs>
  <Slides>20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20</vt:i4>
      </vt:variant>
    </vt:vector>
  </HeadingPairs>
  <TitlesOfParts>
    <vt:vector size="27" baseType="lpstr">
      <vt:lpstr>Arial</vt:lpstr>
      <vt:lpstr>宋体</vt:lpstr>
      <vt:lpstr>Wingdings</vt:lpstr>
      <vt:lpstr>微软雅黑</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English Courseware PPT</dc:creator>
  <cp:lastModifiedBy>English Courseware PPT</cp:lastModifiedBy>
  <cp:revision>9</cp:revision>
  <dcterms:created xsi:type="dcterms:W3CDTF">2026-06-22T06:27:00Z</dcterms:created>
  <dcterms:modified xsi:type="dcterms:W3CDTF">2026-06-22T12:57:34Z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840E03ACD3F042BF8A3FA231F43D6F6A_12</vt:lpwstr>
  </property>
  <property fmtid="{D5CDD505-2E9C-101B-9397-08002B2CF9AE}" pid="3" name="KSOProductBuildVer">
    <vt:lpwstr>2052-12.8.2.18913</vt:lpwstr>
  </property>
</Properties>
</file>