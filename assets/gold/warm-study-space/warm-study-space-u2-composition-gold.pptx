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0" Type="http://schemas.openxmlformats.org/officeDocument/2006/relationships/tableStyles" Target="tableStyles.xml"/><Relationship Id="rId4" Type="http://schemas.openxmlformats.org/officeDocument/2006/relationships/notesMaster" Target="notesMasters/notesMaster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191250" y="3067050"/>
            <a:ext cx="4953000" cy="1969770"/>
          </a:xfrm>
          <a:prstGeom prst="rect">
            <a:avLst/>
          </a:prstGeom>
          <a:solidFill>
            <a:srgbClr val="FF8A1F"/>
          </a:solidFill>
          <a:ln w="0">
            <a:solidFill>
              <a:srgbClr val="FF8A1F"/>
            </a:solidFill>
            <a:prstDash val="solid"/>
          </a:ln>
        </p:spPr>
      </p:sp>
      <p:sp>
        <p:nvSpPr>
          <p:cNvPr id="3" name="矩形 2"/>
          <p:cNvSpPr>
            <a:spLocks noGrp="1"/>
          </p:cNvSpPr>
          <p:nvPr/>
        </p:nvSpPr>
        <p:spPr>
          <a:xfrm>
            <a:off x="6572250" y="3181350"/>
            <a:ext cx="4381500" cy="876300"/>
          </a:xfrm>
          <a:prstGeom prst="rect">
            <a:avLst/>
          </a:prstGeom>
          <a:noFill/>
          <a:ln w="0">
            <a:noFill/>
            <a:prstDash val="solid"/>
          </a:ln>
        </p:spPr>
        <p:txBody>
          <a:bodyPr/>
          <a:lstStyle/>
          <a:p>
            <a:pPr algn="l">
              <a:lnSpc>
                <a:spcPct val="94000"/>
              </a:lnSpc>
              <a:buNone/>
              <a:defRPr sz="3075" b="1">
                <a:solidFill>
                  <a:srgbClr val="FFFFFF"/>
                </a:solidFill>
                <a:latin typeface="微软雅黑" panose="020B0503020204020204" charset="-122"/>
                <a:ea typeface="微软雅黑" panose="020B0503020204020204" charset="-122"/>
                <a:cs typeface="微软雅黑" panose="020B0503020204020204" charset="-122"/>
              </a:defRPr>
            </a:pPr>
            <a:r>
              <a:rPr sz="3075" b="1">
                <a:solidFill>
                  <a:srgbClr val="FFFFFF"/>
                </a:solidFill>
                <a:latin typeface="微软雅黑" panose="020B0503020204020204" charset="-122"/>
                <a:ea typeface="微软雅黑" panose="020B0503020204020204" charset="-122"/>
                <a:cs typeface="微软雅黑" panose="020B0503020204020204" charset="-122"/>
              </a:rPr>
              <a:t>Unit</a:t>
            </a:r>
            <a:endParaRPr sz="3075" b="1">
              <a:solidFill>
                <a:srgbClr val="FFFFFF"/>
              </a:solidFill>
              <a:latin typeface="微软雅黑" panose="020B0503020204020204" charset="-122"/>
              <a:ea typeface="微软雅黑" panose="020B0503020204020204" charset="-122"/>
              <a:cs typeface="微软雅黑" panose="020B0503020204020204" charset="-122"/>
            </a:endParaRPr>
          </a:p>
          <a:p>
            <a:pPr algn="l">
              <a:lnSpc>
                <a:spcPct val="94000"/>
              </a:lnSpc>
              <a:buNone/>
              <a:defRPr sz="3075" b="1">
                <a:solidFill>
                  <a:srgbClr val="FFFFFF"/>
                </a:solidFill>
                <a:latin typeface="微软雅黑" panose="020B0503020204020204" charset="-122"/>
                <a:ea typeface="微软雅黑" panose="020B0503020204020204" charset="-122"/>
                <a:cs typeface="微软雅黑" panose="020B0503020204020204" charset="-122"/>
              </a:defRPr>
            </a:pPr>
            <a:r>
              <a:rPr sz="3075" b="1">
                <a:solidFill>
                  <a:srgbClr val="FFFFFF"/>
                </a:solidFill>
                <a:latin typeface="微软雅黑" panose="020B0503020204020204" charset="-122"/>
                <a:ea typeface="微软雅黑" panose="020B0503020204020204" charset="-122"/>
                <a:cs typeface="微软雅黑" panose="020B0503020204020204" charset="-122"/>
              </a:rPr>
              <a:t>2 Inspiring People</a:t>
            </a:r>
            <a:endParaRPr sz="30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6591300" y="4095750"/>
            <a:ext cx="4191000" cy="381000"/>
          </a:xfrm>
          <a:prstGeom prst="rect">
            <a:avLst/>
          </a:prstGeom>
          <a:noFill/>
          <a:ln w="0">
            <a:noFill/>
            <a:prstDash val="solid"/>
          </a:ln>
        </p:spPr>
        <p:txBody>
          <a:bodyPr/>
          <a:lstStyle/>
          <a:p>
            <a:pPr algn="l">
              <a:lnSpc>
                <a:spcPct val="108000"/>
              </a:lnSpc>
              <a:buNone/>
              <a:defRPr sz="2400" b="1">
                <a:solidFill>
                  <a:srgbClr val="FFF5E8"/>
                </a:solidFill>
                <a:latin typeface="微软雅黑" panose="020B0503020204020204" charset="-122"/>
                <a:ea typeface="微软雅黑" panose="020B0503020204020204" charset="-122"/>
                <a:cs typeface="微软雅黑" panose="020B0503020204020204" charset="-122"/>
              </a:defRPr>
            </a:pPr>
            <a:r>
              <a:rPr sz="2400" b="1">
                <a:solidFill>
                  <a:srgbClr val="FFF5E8"/>
                </a:solidFill>
                <a:latin typeface="微软雅黑" panose="020B0503020204020204" charset="-122"/>
                <a:ea typeface="微软雅黑" panose="020B0503020204020204" charset="-122"/>
                <a:cs typeface="微软雅黑" panose="020B0503020204020204" charset="-122"/>
              </a:rPr>
              <a:t>单元作文梳理</a:t>
            </a:r>
            <a:endParaRPr sz="2400" b="1">
              <a:solidFill>
                <a:srgbClr val="FFF5E8"/>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6591300" y="4476750"/>
            <a:ext cx="4191000" cy="323850"/>
          </a:xfrm>
          <a:prstGeom prst="rect">
            <a:avLst/>
          </a:prstGeom>
          <a:noFill/>
          <a:ln w="0">
            <a:noFill/>
            <a:prstDash val="solid"/>
          </a:ln>
        </p:spPr>
        <p:txBody>
          <a:bodyPr/>
          <a:lstStyle/>
          <a:p>
            <a:pPr algn="l">
              <a:lnSpc>
                <a:spcPct val="108000"/>
              </a:lnSpc>
              <a:buNone/>
              <a:defRPr sz="2025" b="1">
                <a:solidFill>
                  <a:srgbClr val="5B2A11"/>
                </a:solidFill>
                <a:latin typeface="微软雅黑" panose="020B0503020204020204" charset="-122"/>
                <a:ea typeface="微软雅黑" panose="020B0503020204020204" charset="-122"/>
                <a:cs typeface="微软雅黑" panose="020B0503020204020204" charset="-122"/>
              </a:defRPr>
            </a:pPr>
            <a:r>
              <a:rPr sz="2025" b="1">
                <a:solidFill>
                  <a:srgbClr val="5B2A11"/>
                </a:solidFill>
                <a:latin typeface="微软雅黑" panose="020B0503020204020204" charset="-122"/>
                <a:ea typeface="微软雅黑" panose="020B0503020204020204" charset="-122"/>
                <a:cs typeface="微软雅黑" panose="020B0503020204020204" charset="-122"/>
              </a:rPr>
              <a:t>（教学版）</a:t>
            </a:r>
            <a:endParaRPr sz="2025" b="1">
              <a:solidFill>
                <a:srgbClr val="5B2A1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810500" cy="876300"/>
          </a:xfrm>
          <a:prstGeom prst="rect">
            <a:avLst/>
          </a:prstGeom>
          <a:solidFill>
            <a:srgbClr val="F4F2EF"/>
          </a:solidFill>
          <a:ln w="0">
            <a:noFill/>
            <a:prstDash val="solid"/>
          </a:ln>
        </p:spPr>
      </p:sp>
      <p:sp>
        <p:nvSpPr>
          <p:cNvPr id="3" name="矩形 2"/>
          <p:cNvSpPr>
            <a:spLocks noGrp="1"/>
          </p:cNvSpPr>
          <p:nvPr/>
        </p:nvSpPr>
        <p:spPr>
          <a:xfrm>
            <a:off x="819150" y="628650"/>
            <a:ext cx="7486650" cy="723900"/>
          </a:xfrm>
          <a:prstGeom prst="rect">
            <a:avLst/>
          </a:prstGeom>
          <a:noFill/>
          <a:ln w="0">
            <a:noFill/>
            <a:prstDash val="solid"/>
          </a:ln>
        </p:spPr>
        <p:txBody>
          <a:bodyPr/>
          <a:lstStyle/>
          <a:p>
            <a:pPr algn="l">
              <a:lnSpc>
                <a:spcPct val="100000"/>
              </a:lnSpc>
              <a:buNone/>
              <a:defRPr sz="2175" b="1">
                <a:solidFill>
                  <a:srgbClr val="0F0A06"/>
                </a:solidFill>
                <a:latin typeface="微软雅黑" panose="020B0503020204020204" charset="-122"/>
                <a:ea typeface="微软雅黑" panose="020B0503020204020204" charset="-122"/>
                <a:cs typeface="微软雅黑" panose="020B0503020204020204" charset="-122"/>
              </a:defRPr>
            </a:pPr>
            <a:r>
              <a:rPr sz="2175" b="1">
                <a:solidFill>
                  <a:srgbClr val="0F0A06"/>
                </a:solidFill>
                <a:latin typeface="微软雅黑" panose="020B0503020204020204" charset="-122"/>
                <a:ea typeface="微软雅黑" panose="020B0503020204020204" charset="-122"/>
                <a:cs typeface="微软雅黑" panose="020B0503020204020204" charset="-122"/>
              </a:rPr>
              <a:t>Unit 2 Inspiring People 单元作文梳理</a:t>
            </a:r>
            <a:endParaRPr sz="2175" b="1">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638300"/>
            <a:ext cx="10439400" cy="2752725"/>
          </a:xfrm>
          <a:prstGeom prst="roundRect">
            <a:avLst>
              <a:gd name="adj" fmla="val 3933"/>
            </a:avLst>
          </a:prstGeom>
          <a:solidFill>
            <a:srgbClr val="FFFDF8"/>
          </a:solidFill>
          <a:ln w="13335">
            <a:solidFill>
              <a:srgbClr val="FFB46C"/>
            </a:solidFill>
            <a:prstDash val="solid"/>
          </a:ln>
        </p:spPr>
      </p:sp>
      <p:sp>
        <p:nvSpPr>
          <p:cNvPr id="5" name="矩形 4"/>
          <p:cNvSpPr>
            <a:spLocks noGrp="1"/>
          </p:cNvSpPr>
          <p:nvPr/>
        </p:nvSpPr>
        <p:spPr>
          <a:xfrm>
            <a:off x="1257300" y="1966595"/>
            <a:ext cx="9620250" cy="2052320"/>
          </a:xfrm>
          <a:prstGeom prst="rect">
            <a:avLst/>
          </a:prstGeom>
          <a:noFill/>
          <a:ln w="0">
            <a:noFill/>
            <a:prstDash val="solid"/>
          </a:ln>
        </p:spPr>
        <p:txBody>
          <a:bodyPr/>
          <a:lstStyle/>
          <a:p>
            <a:pPr algn="l">
              <a:lnSpc>
                <a:spcPct val="115000"/>
              </a:lnSpc>
              <a:buNone/>
              <a:defRPr sz="2100" b="0">
                <a:solidFill>
                  <a:srgbClr val="22160F"/>
                </a:solidFill>
                <a:latin typeface="微软雅黑" panose="020B0503020204020204" charset="-122"/>
                <a:ea typeface="微软雅黑" panose="020B0503020204020204" charset="-122"/>
                <a:cs typeface="微软雅黑" panose="020B0503020204020204" charset="-122"/>
              </a:defRPr>
            </a:pPr>
            <a:r>
              <a:rPr sz="2100" b="0">
                <a:solidFill>
                  <a:srgbClr val="22160F"/>
                </a:solidFill>
                <a:latin typeface="微软雅黑" panose="020B0503020204020204" charset="-122"/>
                <a:ea typeface="微软雅黑" panose="020B0503020204020204" charset="-122"/>
                <a:cs typeface="微软雅黑" panose="020B0503020204020204" charset="-122"/>
              </a:rPr>
              <a:t>本单元核心主题为“鼓舞人心的人物/我最敬佩的人”，涵盖中外名人、时代楷模、身边榜样三大中考高频写作方向，同步融入单元核心语法「It is/was + (for/of sb.) + to do sth. 形式主语句型」、人物写作核心时态（一般过去时+一般现在时），完全对标中考英语书面表达评分标准，兼顾教学实用性与学生应试需求。</a:t>
            </a:r>
            <a:endParaRPr sz="2100" b="0">
              <a:solidFill>
                <a:srgbClr val="22160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6" name="图片 15"/>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810500" cy="704850"/>
          </a:xfrm>
          <a:prstGeom prst="rect">
            <a:avLst/>
          </a:prstGeom>
          <a:solidFill>
            <a:srgbClr val="F4F2EF"/>
          </a:solidFill>
          <a:ln w="0">
            <a:noFill/>
            <a:prstDash val="solid"/>
          </a:ln>
        </p:spPr>
      </p:sp>
      <p:sp>
        <p:nvSpPr>
          <p:cNvPr id="3" name="矩形 2"/>
          <p:cNvSpPr>
            <a:spLocks noGrp="1"/>
          </p:cNvSpPr>
          <p:nvPr/>
        </p:nvSpPr>
        <p:spPr>
          <a:xfrm>
            <a:off x="819150" y="628650"/>
            <a:ext cx="7486650" cy="552450"/>
          </a:xfrm>
          <a:prstGeom prst="rect">
            <a:avLst/>
          </a:prstGeom>
          <a:noFill/>
          <a:ln w="0">
            <a:noFill/>
            <a:prstDash val="solid"/>
          </a:ln>
        </p:spPr>
        <p:txBody>
          <a:bodyPr/>
          <a:lstStyle/>
          <a:p>
            <a:pPr algn="l">
              <a:lnSpc>
                <a:spcPct val="100000"/>
              </a:lnSpc>
              <a:buNone/>
              <a:defRPr sz="2775" b="1">
                <a:solidFill>
                  <a:srgbClr val="0F0A06"/>
                </a:solidFill>
                <a:latin typeface="微软雅黑" panose="020B0503020204020204" charset="-122"/>
                <a:ea typeface="微软雅黑" panose="020B0503020204020204" charset="-122"/>
                <a:cs typeface="微软雅黑" panose="020B0503020204020204" charset="-122"/>
              </a:defRPr>
            </a:pPr>
            <a:r>
              <a:rPr sz="2775" b="1">
                <a:solidFill>
                  <a:srgbClr val="0F0A06"/>
                </a:solidFill>
                <a:latin typeface="微软雅黑" panose="020B0503020204020204" charset="-122"/>
                <a:ea typeface="微软雅黑" panose="020B0503020204020204" charset="-122"/>
                <a:cs typeface="微软雅黑" panose="020B0503020204020204" charset="-122"/>
              </a:rPr>
              <a:t>一、审题指导（中考标准审题流程）</a:t>
            </a:r>
            <a:endParaRPr sz="2775" b="1">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562100"/>
            <a:ext cx="10439400" cy="1143000"/>
          </a:xfrm>
          <a:prstGeom prst="roundRect">
            <a:avLst>
              <a:gd name="adj" fmla="val 11667"/>
            </a:avLst>
          </a:prstGeom>
          <a:solidFill>
            <a:srgbClr val="FFF8EF"/>
          </a:solidFill>
          <a:ln w="13335">
            <a:solidFill>
              <a:srgbClr val="FFB46C"/>
            </a:solidFill>
            <a:prstDash val="solid"/>
          </a:ln>
        </p:spPr>
      </p:sp>
      <p:sp>
        <p:nvSpPr>
          <p:cNvPr id="5" name="圆角矩形 4"/>
          <p:cNvSpPr>
            <a:spLocks noGrp="1"/>
          </p:cNvSpPr>
          <p:nvPr/>
        </p:nvSpPr>
        <p:spPr>
          <a:xfrm>
            <a:off x="1162050" y="1752600"/>
            <a:ext cx="1219200" cy="438150"/>
          </a:xfrm>
          <a:prstGeom prst="roundRect">
            <a:avLst>
              <a:gd name="adj" fmla="val 28571"/>
            </a:avLst>
          </a:prstGeom>
          <a:solidFill>
            <a:srgbClr val="FF7A12"/>
          </a:solidFill>
          <a:ln w="9525">
            <a:solidFill>
              <a:srgbClr val="FF7A12"/>
            </a:solidFill>
            <a:prstDash val="solid"/>
          </a:ln>
        </p:spPr>
      </p:sp>
      <p:sp>
        <p:nvSpPr>
          <p:cNvPr id="6" name="矩形 5"/>
          <p:cNvSpPr>
            <a:spLocks noGrp="1"/>
          </p:cNvSpPr>
          <p:nvPr/>
        </p:nvSpPr>
        <p:spPr>
          <a:xfrm>
            <a:off x="1238250" y="1819275"/>
            <a:ext cx="1066800" cy="304800"/>
          </a:xfrm>
          <a:prstGeom prst="rect">
            <a:avLst/>
          </a:prstGeom>
          <a:noFill/>
          <a:ln w="0">
            <a:noFill/>
            <a:prstDash val="solid"/>
          </a:ln>
        </p:spPr>
        <p:txBody>
          <a:bodyPr/>
          <a:lstStyle/>
          <a:p>
            <a:pPr algn="ctr">
              <a:lnSpc>
                <a:spcPct val="100000"/>
              </a:lnSpc>
              <a:buNone/>
              <a:defRPr sz="1800" b="1">
                <a:solidFill>
                  <a:srgbClr val="FFFFFF"/>
                </a:solidFill>
                <a:latin typeface="微软雅黑" panose="020B0503020204020204" charset="-122"/>
                <a:ea typeface="微软雅黑" panose="020B0503020204020204" charset="-122"/>
                <a:cs typeface="微软雅黑" panose="020B0503020204020204" charset="-122"/>
              </a:defRPr>
            </a:pPr>
            <a:r>
              <a:rPr sz="1800" b="1">
                <a:solidFill>
                  <a:srgbClr val="FFFFFF"/>
                </a:solidFill>
                <a:latin typeface="微软雅黑" panose="020B0503020204020204" charset="-122"/>
                <a:ea typeface="微软雅黑" panose="020B0503020204020204" charset="-122"/>
                <a:cs typeface="微软雅黑" panose="020B0503020204020204" charset="-122"/>
              </a:rPr>
              <a:t>审主题</a:t>
            </a:r>
            <a:endParaRPr sz="18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724150" y="1733550"/>
            <a:ext cx="8172450" cy="819150"/>
          </a:xfrm>
          <a:prstGeom prst="rect">
            <a:avLst/>
          </a:prstGeom>
          <a:noFill/>
          <a:ln w="0">
            <a:noFill/>
            <a:prstDash val="solid"/>
          </a:ln>
        </p:spPr>
        <p:txBody>
          <a:bodyPr/>
          <a:lstStyle/>
          <a:p>
            <a:pPr algn="l">
              <a:lnSpc>
                <a:spcPct val="110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latin typeface="微软雅黑" panose="020B0503020204020204" charset="-122"/>
                <a:ea typeface="微软雅黑" panose="020B0503020204020204" charset="-122"/>
                <a:cs typeface="微软雅黑" panose="020B0503020204020204" charset="-122"/>
              </a:rPr>
              <a:t>介绍自己敬佩的人物，说明人物的生平事迹、核心成就，阐述人物的可贵品质，以及人物给自己带来的影响与启发</a:t>
            </a:r>
            <a:endParaRPr sz="2025"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819400"/>
            <a:ext cx="10439400" cy="1143000"/>
          </a:xfrm>
          <a:prstGeom prst="roundRect">
            <a:avLst>
              <a:gd name="adj" fmla="val 11667"/>
            </a:avLst>
          </a:prstGeom>
          <a:solidFill>
            <a:srgbClr val="FFFDF8"/>
          </a:solidFill>
          <a:ln w="13335">
            <a:solidFill>
              <a:srgbClr val="FFB46C"/>
            </a:solidFill>
            <a:prstDash val="solid"/>
          </a:ln>
        </p:spPr>
      </p:sp>
      <p:sp>
        <p:nvSpPr>
          <p:cNvPr id="9" name="圆角矩形 8"/>
          <p:cNvSpPr>
            <a:spLocks noGrp="1"/>
          </p:cNvSpPr>
          <p:nvPr/>
        </p:nvSpPr>
        <p:spPr>
          <a:xfrm>
            <a:off x="1162050" y="3009900"/>
            <a:ext cx="1219200" cy="472440"/>
          </a:xfrm>
          <a:prstGeom prst="roundRect">
            <a:avLst>
              <a:gd name="adj" fmla="val 28571"/>
            </a:avLst>
          </a:prstGeom>
          <a:solidFill>
            <a:srgbClr val="FF7A12"/>
          </a:solidFill>
          <a:ln w="9525">
            <a:solidFill>
              <a:srgbClr val="FF7A12"/>
            </a:solidFill>
            <a:prstDash val="solid"/>
          </a:ln>
        </p:spPr>
      </p:sp>
      <p:sp>
        <p:nvSpPr>
          <p:cNvPr id="10" name="矩形 9"/>
          <p:cNvSpPr>
            <a:spLocks noGrp="1"/>
          </p:cNvSpPr>
          <p:nvPr/>
        </p:nvSpPr>
        <p:spPr>
          <a:xfrm>
            <a:off x="1238250" y="3076575"/>
            <a:ext cx="1066800" cy="304800"/>
          </a:xfrm>
          <a:prstGeom prst="rect">
            <a:avLst/>
          </a:prstGeom>
          <a:noFill/>
          <a:ln w="0">
            <a:noFill/>
            <a:prstDash val="solid"/>
          </a:ln>
        </p:spPr>
        <p:txBody>
          <a:bodyPr/>
          <a:lstStyle/>
          <a:p>
            <a:pPr algn="ctr">
              <a:lnSpc>
                <a:spcPct val="100000"/>
              </a:lnSpc>
              <a:buNone/>
              <a:defRPr sz="1800" b="1">
                <a:solidFill>
                  <a:srgbClr val="FFFFFF"/>
                </a:solidFill>
                <a:latin typeface="微软雅黑" panose="020B0503020204020204" charset="-122"/>
                <a:ea typeface="微软雅黑" panose="020B0503020204020204" charset="-122"/>
                <a:cs typeface="微软雅黑" panose="020B0503020204020204" charset="-122"/>
              </a:defRPr>
            </a:pPr>
            <a:r>
              <a:rPr sz="1800" b="1">
                <a:solidFill>
                  <a:srgbClr val="FFFFFF"/>
                </a:solidFill>
                <a:latin typeface="微软雅黑" panose="020B0503020204020204" charset="-122"/>
                <a:ea typeface="微软雅黑" panose="020B0503020204020204" charset="-122"/>
                <a:cs typeface="微软雅黑" panose="020B0503020204020204" charset="-122"/>
              </a:rPr>
              <a:t>审文体</a:t>
            </a:r>
            <a:endParaRPr sz="18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2724150" y="2990850"/>
            <a:ext cx="8172450" cy="819150"/>
          </a:xfrm>
          <a:prstGeom prst="rect">
            <a:avLst/>
          </a:prstGeom>
          <a:noFill/>
          <a:ln w="0">
            <a:noFill/>
            <a:prstDash val="solid"/>
          </a:ln>
        </p:spPr>
        <p:txBody>
          <a:bodyPr/>
          <a:lstStyle/>
          <a:p>
            <a:pPr algn="l">
              <a:lnSpc>
                <a:spcPct val="110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latin typeface="微软雅黑" panose="020B0503020204020204" charset="-122"/>
                <a:ea typeface="微软雅黑" panose="020B0503020204020204" charset="-122"/>
                <a:cs typeface="微软雅黑" panose="020B0503020204020204" charset="-122"/>
              </a:rPr>
              <a:t>记叙文（夹叙夹议），中考书面表达最高频考查文体之一</a:t>
            </a:r>
            <a:endParaRPr sz="2025"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a:spLocks noGrp="1"/>
          </p:cNvSpPr>
          <p:nvPr/>
        </p:nvSpPr>
        <p:spPr>
          <a:xfrm>
            <a:off x="876300" y="4076700"/>
            <a:ext cx="10439400" cy="1143000"/>
          </a:xfrm>
          <a:prstGeom prst="roundRect">
            <a:avLst>
              <a:gd name="adj" fmla="val 11667"/>
            </a:avLst>
          </a:prstGeom>
          <a:solidFill>
            <a:srgbClr val="FFF8EF"/>
          </a:solidFill>
          <a:ln w="13335">
            <a:solidFill>
              <a:srgbClr val="FFB46C"/>
            </a:solidFill>
            <a:prstDash val="solid"/>
          </a:ln>
        </p:spPr>
      </p:sp>
      <p:sp>
        <p:nvSpPr>
          <p:cNvPr id="13" name="圆角矩形 12"/>
          <p:cNvSpPr>
            <a:spLocks noGrp="1"/>
          </p:cNvSpPr>
          <p:nvPr/>
        </p:nvSpPr>
        <p:spPr>
          <a:xfrm>
            <a:off x="1162050" y="4267200"/>
            <a:ext cx="1219200" cy="471805"/>
          </a:xfrm>
          <a:prstGeom prst="roundRect">
            <a:avLst>
              <a:gd name="adj" fmla="val 28571"/>
            </a:avLst>
          </a:prstGeom>
          <a:solidFill>
            <a:srgbClr val="FF7A12"/>
          </a:solidFill>
          <a:ln w="9525">
            <a:solidFill>
              <a:srgbClr val="FF7A12"/>
            </a:solidFill>
            <a:prstDash val="solid"/>
          </a:ln>
        </p:spPr>
        <p:txBody>
          <a:bodyPr/>
          <a:p>
            <a:endParaRPr lang="zh-CN" altLang="en-US"/>
          </a:p>
        </p:txBody>
      </p:sp>
      <p:sp>
        <p:nvSpPr>
          <p:cNvPr id="14" name="矩形 13"/>
          <p:cNvSpPr>
            <a:spLocks noGrp="1"/>
          </p:cNvSpPr>
          <p:nvPr/>
        </p:nvSpPr>
        <p:spPr>
          <a:xfrm>
            <a:off x="1238250" y="4333875"/>
            <a:ext cx="1066800" cy="304800"/>
          </a:xfrm>
          <a:prstGeom prst="rect">
            <a:avLst/>
          </a:prstGeom>
          <a:noFill/>
          <a:ln w="0">
            <a:noFill/>
            <a:prstDash val="solid"/>
          </a:ln>
        </p:spPr>
        <p:txBody>
          <a:bodyPr/>
          <a:lstStyle/>
          <a:p>
            <a:pPr algn="ctr">
              <a:lnSpc>
                <a:spcPct val="100000"/>
              </a:lnSpc>
              <a:buNone/>
              <a:defRPr sz="1800" b="1">
                <a:solidFill>
                  <a:srgbClr val="FFFFFF"/>
                </a:solidFill>
                <a:latin typeface="微软雅黑" panose="020B0503020204020204" charset="-122"/>
                <a:ea typeface="微软雅黑" panose="020B0503020204020204" charset="-122"/>
                <a:cs typeface="微软雅黑" panose="020B0503020204020204" charset="-122"/>
              </a:defRPr>
            </a:pPr>
            <a:r>
              <a:rPr sz="1800" b="1">
                <a:solidFill>
                  <a:srgbClr val="FFFFFF"/>
                </a:solidFill>
                <a:latin typeface="微软雅黑" panose="020B0503020204020204" charset="-122"/>
                <a:ea typeface="微软雅黑" panose="020B0503020204020204" charset="-122"/>
                <a:cs typeface="微软雅黑" panose="020B0503020204020204" charset="-122"/>
              </a:rPr>
              <a:t>审人称</a:t>
            </a:r>
            <a:endParaRPr sz="18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2724150" y="4248150"/>
            <a:ext cx="8172450" cy="819150"/>
          </a:xfrm>
          <a:prstGeom prst="rect">
            <a:avLst/>
          </a:prstGeom>
          <a:noFill/>
          <a:ln w="0">
            <a:noFill/>
            <a:prstDash val="solid"/>
          </a:ln>
        </p:spPr>
        <p:txBody>
          <a:bodyPr/>
          <a:lstStyle/>
          <a:p>
            <a:pPr algn="l">
              <a:lnSpc>
                <a:spcPct val="110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latin typeface="微软雅黑" panose="020B0503020204020204" charset="-122"/>
                <a:ea typeface="微软雅黑" panose="020B0503020204020204" charset="-122"/>
                <a:cs typeface="微软雅黑" panose="020B0503020204020204" charset="-122"/>
              </a:rPr>
              <a:t>介绍人物用第三人称，表达自身感受与启发用第一人称</a:t>
            </a:r>
            <a:endParaRPr sz="2025" b="0">
              <a:solidFill>
                <a:srgbClr val="22160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 name="图片 11"/>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810500" cy="704850"/>
          </a:xfrm>
          <a:prstGeom prst="rect">
            <a:avLst/>
          </a:prstGeom>
          <a:solidFill>
            <a:srgbClr val="F4F2EF"/>
          </a:solidFill>
          <a:ln w="0">
            <a:noFill/>
            <a:prstDash val="solid"/>
          </a:ln>
        </p:spPr>
      </p:sp>
      <p:sp>
        <p:nvSpPr>
          <p:cNvPr id="3" name="矩形 2"/>
          <p:cNvSpPr>
            <a:spLocks noGrp="1"/>
          </p:cNvSpPr>
          <p:nvPr/>
        </p:nvSpPr>
        <p:spPr>
          <a:xfrm>
            <a:off x="819150" y="628650"/>
            <a:ext cx="7486650" cy="552450"/>
          </a:xfrm>
          <a:prstGeom prst="rect">
            <a:avLst/>
          </a:prstGeom>
          <a:noFill/>
          <a:ln w="0">
            <a:noFill/>
            <a:prstDash val="solid"/>
          </a:ln>
        </p:spPr>
        <p:txBody>
          <a:bodyPr/>
          <a:lstStyle/>
          <a:p>
            <a:pPr algn="l">
              <a:lnSpc>
                <a:spcPct val="100000"/>
              </a:lnSpc>
              <a:buNone/>
              <a:defRPr sz="2775" b="1">
                <a:solidFill>
                  <a:srgbClr val="0F0A06"/>
                </a:solidFill>
                <a:latin typeface="微软雅黑" panose="020B0503020204020204" charset="-122"/>
                <a:ea typeface="微软雅黑" panose="020B0503020204020204" charset="-122"/>
                <a:cs typeface="微软雅黑" panose="020B0503020204020204" charset="-122"/>
              </a:defRPr>
            </a:pPr>
            <a:r>
              <a:rPr sz="2775" b="1">
                <a:solidFill>
                  <a:srgbClr val="0F0A06"/>
                </a:solidFill>
                <a:latin typeface="微软雅黑" panose="020B0503020204020204" charset="-122"/>
                <a:ea typeface="微软雅黑" panose="020B0503020204020204" charset="-122"/>
                <a:cs typeface="微软雅黑" panose="020B0503020204020204" charset="-122"/>
              </a:rPr>
              <a:t>一、审题指导（中考标准审题流程）</a:t>
            </a:r>
            <a:endParaRPr sz="2775" b="1">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866900"/>
            <a:ext cx="10439400" cy="1428750"/>
          </a:xfrm>
          <a:prstGeom prst="roundRect">
            <a:avLst>
              <a:gd name="adj" fmla="val 9333"/>
            </a:avLst>
          </a:prstGeom>
          <a:solidFill>
            <a:srgbClr val="FFF8EF"/>
          </a:solidFill>
          <a:ln w="13335">
            <a:solidFill>
              <a:srgbClr val="FFB46C"/>
            </a:solidFill>
            <a:prstDash val="solid"/>
          </a:ln>
        </p:spPr>
      </p:sp>
      <p:sp>
        <p:nvSpPr>
          <p:cNvPr id="5" name="圆角矩形 4"/>
          <p:cNvSpPr>
            <a:spLocks noGrp="1"/>
          </p:cNvSpPr>
          <p:nvPr/>
        </p:nvSpPr>
        <p:spPr>
          <a:xfrm>
            <a:off x="1162050" y="2057400"/>
            <a:ext cx="1219200" cy="400050"/>
          </a:xfrm>
          <a:prstGeom prst="roundRect">
            <a:avLst>
              <a:gd name="adj" fmla="val 28571"/>
            </a:avLst>
          </a:prstGeom>
          <a:solidFill>
            <a:srgbClr val="FF7A12"/>
          </a:solidFill>
          <a:ln w="9525">
            <a:solidFill>
              <a:srgbClr val="FF7A12"/>
            </a:solidFill>
            <a:prstDash val="solid"/>
          </a:ln>
        </p:spPr>
      </p:sp>
      <p:sp>
        <p:nvSpPr>
          <p:cNvPr id="6" name="矩形 5"/>
          <p:cNvSpPr>
            <a:spLocks noGrp="1"/>
          </p:cNvSpPr>
          <p:nvPr/>
        </p:nvSpPr>
        <p:spPr>
          <a:xfrm>
            <a:off x="1238250" y="2124075"/>
            <a:ext cx="1066800" cy="304800"/>
          </a:xfrm>
          <a:prstGeom prst="rect">
            <a:avLst/>
          </a:prstGeom>
          <a:noFill/>
          <a:ln w="0">
            <a:noFill/>
            <a:prstDash val="solid"/>
          </a:ln>
        </p:spPr>
        <p:txBody>
          <a:bodyPr/>
          <a:lstStyle/>
          <a:p>
            <a:pPr algn="ctr">
              <a:lnSpc>
                <a:spcPct val="100000"/>
              </a:lnSpc>
              <a:buNone/>
              <a:defRPr sz="1800" b="1">
                <a:solidFill>
                  <a:srgbClr val="FFFFFF"/>
                </a:solidFill>
                <a:latin typeface="微软雅黑" panose="020B0503020204020204" charset="-122"/>
                <a:ea typeface="微软雅黑" panose="020B0503020204020204" charset="-122"/>
                <a:cs typeface="微软雅黑" panose="020B0503020204020204" charset="-122"/>
              </a:defRPr>
            </a:pPr>
            <a:r>
              <a:rPr sz="1800" b="1">
                <a:solidFill>
                  <a:srgbClr val="FFFFFF"/>
                </a:solidFill>
                <a:latin typeface="微软雅黑" panose="020B0503020204020204" charset="-122"/>
                <a:ea typeface="微软雅黑" panose="020B0503020204020204" charset="-122"/>
                <a:cs typeface="微软雅黑" panose="020B0503020204020204" charset="-122"/>
              </a:rPr>
              <a:t>审时态</a:t>
            </a:r>
            <a:endParaRPr sz="18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724150" y="2038350"/>
            <a:ext cx="8172450" cy="1104900"/>
          </a:xfrm>
          <a:prstGeom prst="rect">
            <a:avLst/>
          </a:prstGeom>
          <a:noFill/>
          <a:ln w="0">
            <a:noFill/>
            <a:prstDash val="solid"/>
          </a:ln>
        </p:spPr>
        <p:txBody>
          <a:bodyPr/>
          <a:lstStyle/>
          <a:p>
            <a:pPr algn="l">
              <a:lnSpc>
                <a:spcPct val="110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latin typeface="微软雅黑" panose="020B0503020204020204" charset="-122"/>
                <a:ea typeface="微软雅黑" panose="020B0503020204020204" charset="-122"/>
                <a:cs typeface="微软雅黑" panose="020B0503020204020204" charset="-122"/>
              </a:rPr>
              <a:t>描述人物过去的生平、经历、成就用一般过去时；描述人物的品质、精神、对现在的影响用一般现在时；强调成就带来的持续影响可用现在完成时</a:t>
            </a:r>
            <a:endParaRPr sz="2025"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3562350"/>
            <a:ext cx="10439400" cy="1428750"/>
          </a:xfrm>
          <a:prstGeom prst="roundRect">
            <a:avLst>
              <a:gd name="adj" fmla="val 9333"/>
            </a:avLst>
          </a:prstGeom>
          <a:solidFill>
            <a:srgbClr val="FFFDF8"/>
          </a:solidFill>
          <a:ln w="13335">
            <a:solidFill>
              <a:srgbClr val="FFB46C"/>
            </a:solidFill>
            <a:prstDash val="solid"/>
          </a:ln>
        </p:spPr>
      </p:sp>
      <p:sp>
        <p:nvSpPr>
          <p:cNvPr id="9" name="圆角矩形 8"/>
          <p:cNvSpPr>
            <a:spLocks noGrp="1"/>
          </p:cNvSpPr>
          <p:nvPr/>
        </p:nvSpPr>
        <p:spPr>
          <a:xfrm>
            <a:off x="1162050" y="3752850"/>
            <a:ext cx="1219200" cy="400050"/>
          </a:xfrm>
          <a:prstGeom prst="roundRect">
            <a:avLst>
              <a:gd name="adj" fmla="val 28571"/>
            </a:avLst>
          </a:prstGeom>
          <a:solidFill>
            <a:srgbClr val="FF7A12"/>
          </a:solidFill>
          <a:ln w="9525">
            <a:solidFill>
              <a:srgbClr val="FF7A12"/>
            </a:solidFill>
            <a:prstDash val="solid"/>
          </a:ln>
        </p:spPr>
      </p:sp>
      <p:sp>
        <p:nvSpPr>
          <p:cNvPr id="10" name="矩形 9"/>
          <p:cNvSpPr>
            <a:spLocks noGrp="1"/>
          </p:cNvSpPr>
          <p:nvPr/>
        </p:nvSpPr>
        <p:spPr>
          <a:xfrm>
            <a:off x="1238250" y="3819525"/>
            <a:ext cx="1066800" cy="304800"/>
          </a:xfrm>
          <a:prstGeom prst="rect">
            <a:avLst/>
          </a:prstGeom>
          <a:noFill/>
          <a:ln w="0">
            <a:noFill/>
            <a:prstDash val="solid"/>
          </a:ln>
        </p:spPr>
        <p:txBody>
          <a:bodyPr/>
          <a:lstStyle/>
          <a:p>
            <a:pPr algn="ctr">
              <a:lnSpc>
                <a:spcPct val="100000"/>
              </a:lnSpc>
              <a:buNone/>
              <a:defRPr sz="1800" b="1">
                <a:solidFill>
                  <a:srgbClr val="FFFFFF"/>
                </a:solidFill>
                <a:latin typeface="微软雅黑" panose="020B0503020204020204" charset="-122"/>
                <a:ea typeface="微软雅黑" panose="020B0503020204020204" charset="-122"/>
                <a:cs typeface="微软雅黑" panose="020B0503020204020204" charset="-122"/>
              </a:defRPr>
            </a:pPr>
            <a:r>
              <a:rPr sz="1800" b="1">
                <a:solidFill>
                  <a:srgbClr val="FFFFFF"/>
                </a:solidFill>
                <a:latin typeface="微软雅黑" panose="020B0503020204020204" charset="-122"/>
                <a:ea typeface="微软雅黑" panose="020B0503020204020204" charset="-122"/>
                <a:cs typeface="微软雅黑" panose="020B0503020204020204" charset="-122"/>
              </a:rPr>
              <a:t>审要点</a:t>
            </a:r>
            <a:endParaRPr sz="18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2724150" y="3733800"/>
            <a:ext cx="8172450" cy="1104900"/>
          </a:xfrm>
          <a:prstGeom prst="rect">
            <a:avLst/>
          </a:prstGeom>
          <a:noFill/>
          <a:ln w="0">
            <a:noFill/>
            <a:prstDash val="solid"/>
          </a:ln>
        </p:spPr>
        <p:txBody>
          <a:bodyPr/>
          <a:lstStyle/>
          <a:p>
            <a:pPr algn="l">
              <a:lnSpc>
                <a:spcPct val="110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latin typeface="微软雅黑" panose="020B0503020204020204" charset="-122"/>
                <a:ea typeface="微软雅黑" panose="020B0503020204020204" charset="-122"/>
                <a:cs typeface="微软雅黑" panose="020B0503020204020204" charset="-122"/>
              </a:rPr>
              <a:t>a. 点明自己最敬佩的核心人物；</a:t>
            </a:r>
            <a:endParaRPr sz="2025" b="0">
              <a:solidFill>
                <a:srgbClr val="22160F"/>
              </a:solidFill>
              <a:latin typeface="微软雅黑" panose="020B0503020204020204" charset="-122"/>
              <a:ea typeface="微软雅黑" panose="020B0503020204020204" charset="-122"/>
              <a:cs typeface="微软雅黑" panose="020B0503020204020204" charset="-122"/>
            </a:endParaRPr>
          </a:p>
          <a:p>
            <a:pPr algn="l">
              <a:lnSpc>
                <a:spcPct val="110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latin typeface="微软雅黑" panose="020B0503020204020204" charset="-122"/>
                <a:ea typeface="微软雅黑" panose="020B0503020204020204" charset="-122"/>
                <a:cs typeface="微软雅黑" panose="020B0503020204020204" charset="-122"/>
              </a:rPr>
              <a:t>b. 人物的核心事迹/成就细节；</a:t>
            </a:r>
            <a:endParaRPr sz="2025" b="0">
              <a:solidFill>
                <a:srgbClr val="22160F"/>
              </a:solidFill>
              <a:latin typeface="微软雅黑" panose="020B0503020204020204" charset="-122"/>
              <a:ea typeface="微软雅黑" panose="020B0503020204020204" charset="-122"/>
              <a:cs typeface="微软雅黑" panose="020B0503020204020204" charset="-122"/>
            </a:endParaRPr>
          </a:p>
          <a:p>
            <a:pPr algn="l">
              <a:lnSpc>
                <a:spcPct val="110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latin typeface="微软雅黑" panose="020B0503020204020204" charset="-122"/>
                <a:ea typeface="微软雅黑" panose="020B0503020204020204" charset="-122"/>
                <a:cs typeface="微软雅黑" panose="020B0503020204020204" charset="-122"/>
              </a:rPr>
              <a:t>c. 人物的可贵品质+给自己带来的启发与升华</a:t>
            </a:r>
            <a:endParaRPr sz="2025" b="0">
              <a:solidFill>
                <a:srgbClr val="22160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 name="图片 9"/>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810500" cy="704850"/>
          </a:xfrm>
          <a:prstGeom prst="rect">
            <a:avLst/>
          </a:prstGeom>
          <a:solidFill>
            <a:srgbClr val="F4F2EF"/>
          </a:solidFill>
          <a:ln w="0">
            <a:noFill/>
            <a:prstDash val="solid"/>
          </a:ln>
        </p:spPr>
      </p:sp>
      <p:sp>
        <p:nvSpPr>
          <p:cNvPr id="3" name="矩形 2"/>
          <p:cNvSpPr>
            <a:spLocks noGrp="1"/>
          </p:cNvSpPr>
          <p:nvPr/>
        </p:nvSpPr>
        <p:spPr>
          <a:xfrm>
            <a:off x="819150" y="628650"/>
            <a:ext cx="7486650" cy="552450"/>
          </a:xfrm>
          <a:prstGeom prst="rect">
            <a:avLst/>
          </a:prstGeom>
          <a:noFill/>
          <a:ln w="0">
            <a:noFill/>
            <a:prstDash val="solid"/>
          </a:ln>
        </p:spPr>
        <p:txBody>
          <a:bodyPr/>
          <a:lstStyle/>
          <a:p>
            <a:pPr algn="l">
              <a:lnSpc>
                <a:spcPct val="100000"/>
              </a:lnSpc>
              <a:buNone/>
              <a:defRPr sz="2775" b="1">
                <a:solidFill>
                  <a:srgbClr val="0F0A06"/>
                </a:solidFill>
                <a:latin typeface="微软雅黑" panose="020B0503020204020204" charset="-122"/>
                <a:ea typeface="微软雅黑" panose="020B0503020204020204" charset="-122"/>
                <a:cs typeface="微软雅黑" panose="020B0503020204020204" charset="-122"/>
              </a:defRPr>
            </a:pPr>
            <a:r>
              <a:rPr sz="2775" b="1">
                <a:solidFill>
                  <a:srgbClr val="0F0A06"/>
                </a:solidFill>
                <a:latin typeface="微软雅黑" panose="020B0503020204020204" charset="-122"/>
                <a:ea typeface="微软雅黑" panose="020B0503020204020204" charset="-122"/>
                <a:cs typeface="微软雅黑" panose="020B0503020204020204" charset="-122"/>
              </a:rPr>
              <a:t>二、写作框架（中考满分三段式结构）</a:t>
            </a:r>
            <a:endParaRPr sz="2775" b="1">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933450" y="2000250"/>
            <a:ext cx="3028950" cy="2381250"/>
          </a:xfrm>
          <a:prstGeom prst="roundRect">
            <a:avLst>
              <a:gd name="adj" fmla="val 5600"/>
            </a:avLst>
          </a:prstGeom>
          <a:solidFill>
            <a:srgbClr val="FFF8EF"/>
          </a:solidFill>
          <a:ln w="13335">
            <a:solidFill>
              <a:srgbClr val="FFB46C"/>
            </a:solidFill>
            <a:prstDash val="solid"/>
          </a:ln>
        </p:spPr>
      </p:sp>
      <p:sp>
        <p:nvSpPr>
          <p:cNvPr id="5" name="矩形 4"/>
          <p:cNvSpPr>
            <a:spLocks noGrp="1"/>
          </p:cNvSpPr>
          <p:nvPr/>
        </p:nvSpPr>
        <p:spPr>
          <a:xfrm>
            <a:off x="1181100" y="2495550"/>
            <a:ext cx="2533650" cy="1104900"/>
          </a:xfrm>
          <a:prstGeom prst="rect">
            <a:avLst/>
          </a:prstGeom>
          <a:noFill/>
          <a:ln w="0">
            <a:noFill/>
            <a:prstDash val="solid"/>
          </a:ln>
        </p:spPr>
        <p:txBody>
          <a:bodyPr/>
          <a:lstStyle/>
          <a:p>
            <a:pPr algn="ctr">
              <a:lnSpc>
                <a:spcPct val="112000"/>
              </a:lnSpc>
              <a:buNone/>
              <a:defRPr sz="2400" b="1">
                <a:solidFill>
                  <a:srgbClr val="C84F00"/>
                </a:solidFill>
                <a:latin typeface="微软雅黑" panose="020B0503020204020204" charset="-122"/>
                <a:ea typeface="微软雅黑" panose="020B0503020204020204" charset="-122"/>
                <a:cs typeface="微软雅黑" panose="020B0503020204020204" charset="-122"/>
              </a:defRPr>
            </a:pPr>
            <a:r>
              <a:rPr sz="2400" b="1">
                <a:solidFill>
                  <a:srgbClr val="C84F00"/>
                </a:solidFill>
                <a:latin typeface="微软雅黑" panose="020B0503020204020204" charset="-122"/>
                <a:ea typeface="微软雅黑" panose="020B0503020204020204" charset="-122"/>
                <a:cs typeface="微软雅黑" panose="020B0503020204020204" charset="-122"/>
              </a:rPr>
              <a:t>开头段：引入话题，点明敬佩的人物</a:t>
            </a:r>
            <a:endParaRPr sz="2400" b="1">
              <a:solidFill>
                <a:srgbClr val="C84F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4457700" y="2000250"/>
            <a:ext cx="3028950" cy="2381250"/>
          </a:xfrm>
          <a:prstGeom prst="roundRect">
            <a:avLst>
              <a:gd name="adj" fmla="val 5600"/>
            </a:avLst>
          </a:prstGeom>
          <a:solidFill>
            <a:srgbClr val="FFF3E1"/>
          </a:solidFill>
          <a:ln w="13335">
            <a:solidFill>
              <a:srgbClr val="FFB46C"/>
            </a:solidFill>
            <a:prstDash val="solid"/>
          </a:ln>
        </p:spPr>
      </p:sp>
      <p:sp>
        <p:nvSpPr>
          <p:cNvPr id="7" name="矩形 6"/>
          <p:cNvSpPr>
            <a:spLocks noGrp="1"/>
          </p:cNvSpPr>
          <p:nvPr/>
        </p:nvSpPr>
        <p:spPr>
          <a:xfrm>
            <a:off x="4705350" y="2495550"/>
            <a:ext cx="2533650" cy="1104900"/>
          </a:xfrm>
          <a:prstGeom prst="rect">
            <a:avLst/>
          </a:prstGeom>
          <a:noFill/>
          <a:ln w="0">
            <a:noFill/>
            <a:prstDash val="solid"/>
          </a:ln>
        </p:spPr>
        <p:txBody>
          <a:bodyPr/>
          <a:lstStyle/>
          <a:p>
            <a:pPr algn="ctr">
              <a:lnSpc>
                <a:spcPct val="112000"/>
              </a:lnSpc>
              <a:buNone/>
              <a:defRPr sz="2400" b="1">
                <a:solidFill>
                  <a:srgbClr val="C84F00"/>
                </a:solidFill>
                <a:latin typeface="微软雅黑" panose="020B0503020204020204" charset="-122"/>
                <a:ea typeface="微软雅黑" panose="020B0503020204020204" charset="-122"/>
                <a:cs typeface="微软雅黑" panose="020B0503020204020204" charset="-122"/>
              </a:defRPr>
            </a:pPr>
            <a:r>
              <a:rPr sz="2400" b="1">
                <a:solidFill>
                  <a:srgbClr val="C84F00"/>
                </a:solidFill>
                <a:latin typeface="微软雅黑" panose="020B0503020204020204" charset="-122"/>
                <a:ea typeface="微软雅黑" panose="020B0503020204020204" charset="-122"/>
                <a:cs typeface="微软雅黑" panose="020B0503020204020204" charset="-122"/>
              </a:rPr>
              <a:t>正文段：事迹阐述+品质分析</a:t>
            </a:r>
            <a:endParaRPr sz="2400" b="1">
              <a:solidFill>
                <a:srgbClr val="C84F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7981950" y="2000250"/>
            <a:ext cx="3028950" cy="2381250"/>
          </a:xfrm>
          <a:prstGeom prst="roundRect">
            <a:avLst>
              <a:gd name="adj" fmla="val 5600"/>
            </a:avLst>
          </a:prstGeom>
          <a:solidFill>
            <a:srgbClr val="FFF8EF"/>
          </a:solidFill>
          <a:ln w="13335">
            <a:solidFill>
              <a:srgbClr val="FFB46C"/>
            </a:solidFill>
            <a:prstDash val="solid"/>
          </a:ln>
        </p:spPr>
      </p:sp>
      <p:sp>
        <p:nvSpPr>
          <p:cNvPr id="9" name="矩形 8"/>
          <p:cNvSpPr>
            <a:spLocks noGrp="1"/>
          </p:cNvSpPr>
          <p:nvPr/>
        </p:nvSpPr>
        <p:spPr>
          <a:xfrm>
            <a:off x="8229600" y="2495550"/>
            <a:ext cx="2533650" cy="1104900"/>
          </a:xfrm>
          <a:prstGeom prst="rect">
            <a:avLst/>
          </a:prstGeom>
          <a:noFill/>
          <a:ln w="0">
            <a:noFill/>
            <a:prstDash val="solid"/>
          </a:ln>
        </p:spPr>
        <p:txBody>
          <a:bodyPr/>
          <a:lstStyle/>
          <a:p>
            <a:pPr algn="ctr">
              <a:lnSpc>
                <a:spcPct val="112000"/>
              </a:lnSpc>
              <a:buNone/>
              <a:defRPr sz="2400" b="1">
                <a:solidFill>
                  <a:srgbClr val="C84F00"/>
                </a:solidFill>
                <a:latin typeface="微软雅黑" panose="020B0503020204020204" charset="-122"/>
                <a:ea typeface="微软雅黑" panose="020B0503020204020204" charset="-122"/>
                <a:cs typeface="微软雅黑" panose="020B0503020204020204" charset="-122"/>
              </a:defRPr>
            </a:pPr>
            <a:r>
              <a:rPr sz="2400" b="1">
                <a:solidFill>
                  <a:srgbClr val="C84F00"/>
                </a:solidFill>
                <a:latin typeface="微软雅黑" panose="020B0503020204020204" charset="-122"/>
                <a:ea typeface="微软雅黑" panose="020B0503020204020204" charset="-122"/>
                <a:cs typeface="微软雅黑" panose="020B0503020204020204" charset="-122"/>
              </a:rPr>
              <a:t>结尾段：升华主题，表达启发与展望</a:t>
            </a:r>
            <a:endParaRPr sz="2400" b="1">
              <a:solidFill>
                <a:srgbClr val="C84F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810500" cy="704850"/>
          </a:xfrm>
          <a:prstGeom prst="rect">
            <a:avLst/>
          </a:prstGeom>
          <a:solidFill>
            <a:srgbClr val="F4F2EF"/>
          </a:solidFill>
          <a:ln w="0">
            <a:noFill/>
            <a:prstDash val="solid"/>
          </a:ln>
        </p:spPr>
      </p:sp>
      <p:sp>
        <p:nvSpPr>
          <p:cNvPr id="3" name="矩形 2"/>
          <p:cNvSpPr>
            <a:spLocks noGrp="1"/>
          </p:cNvSpPr>
          <p:nvPr/>
        </p:nvSpPr>
        <p:spPr>
          <a:xfrm>
            <a:off x="819150" y="628650"/>
            <a:ext cx="7486650" cy="552450"/>
          </a:xfrm>
          <a:prstGeom prst="rect">
            <a:avLst/>
          </a:prstGeom>
          <a:noFill/>
          <a:ln w="0">
            <a:noFill/>
            <a:prstDash val="solid"/>
          </a:ln>
        </p:spPr>
        <p:txBody>
          <a:bodyPr/>
          <a:lstStyle/>
          <a:p>
            <a:pPr algn="l">
              <a:lnSpc>
                <a:spcPct val="100000"/>
              </a:lnSpc>
              <a:buNone/>
              <a:defRPr sz="2775" b="1">
                <a:solidFill>
                  <a:srgbClr val="0F0A06"/>
                </a:solidFill>
                <a:latin typeface="微软雅黑" panose="020B0503020204020204" charset="-122"/>
                <a:ea typeface="微软雅黑" panose="020B0503020204020204" charset="-122"/>
                <a:cs typeface="微软雅黑" panose="020B0503020204020204" charset="-122"/>
              </a:defRPr>
            </a:pPr>
            <a:r>
              <a:rPr sz="2775" b="1">
                <a:solidFill>
                  <a:srgbClr val="0F0A06"/>
                </a:solidFill>
                <a:latin typeface="微软雅黑" panose="020B0503020204020204" charset="-122"/>
                <a:ea typeface="微软雅黑" panose="020B0503020204020204" charset="-122"/>
                <a:cs typeface="微软雅黑" panose="020B0503020204020204" charset="-122"/>
              </a:rPr>
              <a:t>开头段：引入话题，点明敬佩的人物</a:t>
            </a:r>
            <a:endParaRPr sz="2775" b="1">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619250"/>
            <a:ext cx="10439400" cy="1066800"/>
          </a:xfrm>
          <a:prstGeom prst="roundRect">
            <a:avLst>
              <a:gd name="adj" fmla="val 12500"/>
            </a:avLst>
          </a:prstGeom>
          <a:solidFill>
            <a:srgbClr val="FFF8EF"/>
          </a:solidFill>
          <a:ln w="13335">
            <a:solidFill>
              <a:srgbClr val="FFB46C"/>
            </a:solidFill>
            <a:prstDash val="solid"/>
          </a:ln>
        </p:spPr>
      </p:sp>
      <p:sp>
        <p:nvSpPr>
          <p:cNvPr id="5" name="矩形 4"/>
          <p:cNvSpPr>
            <a:spLocks noGrp="1"/>
          </p:cNvSpPr>
          <p:nvPr/>
        </p:nvSpPr>
        <p:spPr>
          <a:xfrm>
            <a:off x="1219200" y="1738630"/>
            <a:ext cx="9696450" cy="846455"/>
          </a:xfrm>
          <a:prstGeom prst="rect">
            <a:avLst/>
          </a:prstGeom>
          <a:noFill/>
          <a:ln w="0">
            <a:noFill/>
            <a:prstDash val="solid"/>
          </a:ln>
        </p:spPr>
        <p:txBody>
          <a:bodyPr/>
          <a:lstStyle/>
          <a:p>
            <a:pPr algn="l">
              <a:lnSpc>
                <a:spcPct val="115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latin typeface="微软雅黑" panose="020B0503020204020204" charset="-122"/>
                <a:ea typeface="微软雅黑" panose="020B0503020204020204" charset="-122"/>
                <a:cs typeface="微软雅黑" panose="020B0503020204020204" charset="-122"/>
              </a:rPr>
              <a:t>对应逻辑：总起全文，直接点明自己最敬佩的人物，用一句话概括人物的核心身份/成就，呼应标题，可融入单元核心形式主语句型奠定基调</a:t>
            </a:r>
            <a:endParaRPr sz="2025"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2895600"/>
            <a:ext cx="10439400" cy="2439670"/>
          </a:xfrm>
          <a:prstGeom prst="roundRect">
            <a:avLst>
              <a:gd name="adj" fmla="val 7368"/>
            </a:avLst>
          </a:prstGeom>
          <a:solidFill>
            <a:srgbClr val="FFFDF8"/>
          </a:solidFill>
          <a:ln w="13335">
            <a:solidFill>
              <a:srgbClr val="FFB46C"/>
            </a:solidFill>
            <a:prstDash val="solid"/>
          </a:ln>
        </p:spPr>
      </p:sp>
      <p:sp>
        <p:nvSpPr>
          <p:cNvPr id="7" name="矩形 6"/>
          <p:cNvSpPr>
            <a:spLocks noGrp="1"/>
          </p:cNvSpPr>
          <p:nvPr/>
        </p:nvSpPr>
        <p:spPr>
          <a:xfrm>
            <a:off x="1219200" y="3105150"/>
            <a:ext cx="9696450" cy="1428750"/>
          </a:xfrm>
          <a:prstGeom prst="rect">
            <a:avLst/>
          </a:prstGeom>
          <a:noFill/>
          <a:ln w="0">
            <a:noFill/>
            <a:prstDash val="solid"/>
          </a:ln>
        </p:spPr>
        <p:txBody>
          <a:bodyPr/>
          <a:lstStyle/>
          <a:p>
            <a:pPr algn="l">
              <a:lnSpc>
                <a:spcPct val="115000"/>
              </a:lnSpc>
              <a:buNone/>
              <a:defRPr sz="2100" b="0">
                <a:solidFill>
                  <a:srgbClr val="22160F"/>
                </a:solidFill>
                <a:latin typeface="微软雅黑" panose="020B0503020204020204" charset="-122"/>
                <a:ea typeface="微软雅黑" panose="020B0503020204020204" charset="-122"/>
                <a:cs typeface="微软雅黑" panose="020B0503020204020204" charset="-122"/>
              </a:defRPr>
            </a:pPr>
            <a:r>
              <a:rPr sz="2100" b="0">
                <a:solidFill>
                  <a:srgbClr val="22160F"/>
                </a:solidFill>
                <a:latin typeface="微软雅黑" panose="020B0503020204020204" charset="-122"/>
                <a:ea typeface="微软雅黑" panose="020B0503020204020204" charset="-122"/>
                <a:cs typeface="微软雅黑" panose="020B0503020204020204" charset="-122"/>
              </a:rPr>
              <a:t>参考框架：</a:t>
            </a:r>
            <a:endParaRPr sz="2100" b="0">
              <a:solidFill>
                <a:srgbClr val="22160F"/>
              </a:solidFill>
              <a:latin typeface="微软雅黑" panose="020B0503020204020204" charset="-122"/>
              <a:ea typeface="微软雅黑" panose="020B0503020204020204" charset="-122"/>
              <a:cs typeface="微软雅黑" panose="020B0503020204020204" charset="-122"/>
            </a:endParaRPr>
          </a:p>
          <a:p>
            <a:pPr algn="l">
              <a:lnSpc>
                <a:spcPct val="115000"/>
              </a:lnSpc>
              <a:buNone/>
              <a:defRPr sz="2100" b="0">
                <a:solidFill>
                  <a:srgbClr val="22160F"/>
                </a:solidFill>
                <a:latin typeface="微软雅黑" panose="020B0503020204020204" charset="-122"/>
                <a:ea typeface="微软雅黑" panose="020B0503020204020204" charset="-122"/>
                <a:cs typeface="微软雅黑" panose="020B0503020204020204" charset="-122"/>
              </a:defRPr>
            </a:pPr>
            <a:r>
              <a:rPr sz="2100" b="0">
                <a:solidFill>
                  <a:srgbClr val="22160F"/>
                </a:solidFill>
                <a:latin typeface="微软雅黑" panose="020B0503020204020204" charset="-122"/>
                <a:ea typeface="微软雅黑" panose="020B0503020204020204" charset="-122"/>
                <a:cs typeface="微软雅黑" panose="020B0503020204020204" charset="-122"/>
              </a:rPr>
              <a:t>在我认识的所有人中，最让我敬佩的人是______。他/她是一位伟大的______，一生都致力于______。</a:t>
            </a:r>
            <a:endParaRPr sz="2100" b="0">
              <a:solidFill>
                <a:srgbClr val="22160F"/>
              </a:solidFill>
              <a:latin typeface="微软雅黑" panose="020B0503020204020204" charset="-122"/>
              <a:ea typeface="微软雅黑" panose="020B0503020204020204" charset="-122"/>
              <a:cs typeface="微软雅黑" panose="020B0503020204020204" charset="-122"/>
            </a:endParaRPr>
          </a:p>
          <a:p>
            <a:pPr algn="l">
              <a:lnSpc>
                <a:spcPct val="115000"/>
              </a:lnSpc>
              <a:buNone/>
              <a:defRPr sz="2100" b="0">
                <a:solidFill>
                  <a:srgbClr val="22160F"/>
                </a:solidFill>
                <a:latin typeface="微软雅黑" panose="020B0503020204020204" charset="-122"/>
                <a:ea typeface="微软雅黑" panose="020B0503020204020204" charset="-122"/>
                <a:cs typeface="微软雅黑" panose="020B0503020204020204" charset="-122"/>
              </a:defRPr>
            </a:pPr>
            <a:r>
              <a:rPr sz="2100" b="0">
                <a:solidFill>
                  <a:srgbClr val="22160F"/>
                </a:solidFill>
                <a:latin typeface="微软雅黑" panose="020B0503020204020204" charset="-122"/>
                <a:ea typeface="微软雅黑" panose="020B0503020204020204" charset="-122"/>
                <a:cs typeface="微软雅黑" panose="020B0503020204020204" charset="-122"/>
              </a:rPr>
              <a:t>The person I admire most is ______. He/She is a great ______, who dedicated his/her whole life to ______.</a:t>
            </a:r>
            <a:endParaRPr sz="2100" b="0">
              <a:solidFill>
                <a:srgbClr val="22160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810500" cy="704850"/>
          </a:xfrm>
          <a:prstGeom prst="rect">
            <a:avLst/>
          </a:prstGeom>
          <a:solidFill>
            <a:srgbClr val="F4F2EF"/>
          </a:solidFill>
          <a:ln w="0">
            <a:noFill/>
            <a:prstDash val="solid"/>
          </a:ln>
        </p:spPr>
      </p:sp>
      <p:sp>
        <p:nvSpPr>
          <p:cNvPr id="3" name="矩形 2"/>
          <p:cNvSpPr>
            <a:spLocks noGrp="1"/>
          </p:cNvSpPr>
          <p:nvPr/>
        </p:nvSpPr>
        <p:spPr>
          <a:xfrm>
            <a:off x="819150" y="628650"/>
            <a:ext cx="7486650" cy="552450"/>
          </a:xfrm>
          <a:prstGeom prst="rect">
            <a:avLst/>
          </a:prstGeom>
          <a:noFill/>
          <a:ln w="0">
            <a:noFill/>
            <a:prstDash val="solid"/>
          </a:ln>
        </p:spPr>
        <p:txBody>
          <a:bodyPr/>
          <a:lstStyle/>
          <a:p>
            <a:pPr algn="l">
              <a:lnSpc>
                <a:spcPct val="100000"/>
              </a:lnSpc>
              <a:buNone/>
              <a:defRPr sz="2775" b="1">
                <a:solidFill>
                  <a:srgbClr val="0F0A06"/>
                </a:solidFill>
                <a:latin typeface="微软雅黑" panose="020B0503020204020204" charset="-122"/>
                <a:ea typeface="微软雅黑" panose="020B0503020204020204" charset="-122"/>
                <a:cs typeface="微软雅黑" panose="020B0503020204020204" charset="-122"/>
              </a:defRPr>
            </a:pPr>
            <a:r>
              <a:rPr sz="2775" b="1">
                <a:solidFill>
                  <a:srgbClr val="0F0A06"/>
                </a:solidFill>
                <a:latin typeface="微软雅黑" panose="020B0503020204020204" charset="-122"/>
                <a:ea typeface="微软雅黑" panose="020B0503020204020204" charset="-122"/>
                <a:cs typeface="微软雅黑" panose="020B0503020204020204" charset="-122"/>
              </a:rPr>
              <a:t>正文段：事迹阐述+品质分析</a:t>
            </a:r>
            <a:endParaRPr sz="2775" b="1">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619250"/>
            <a:ext cx="10439400" cy="1066800"/>
          </a:xfrm>
          <a:prstGeom prst="roundRect">
            <a:avLst>
              <a:gd name="adj" fmla="val 12500"/>
            </a:avLst>
          </a:prstGeom>
          <a:solidFill>
            <a:srgbClr val="FFF8EF"/>
          </a:solidFill>
          <a:ln w="13335">
            <a:solidFill>
              <a:srgbClr val="FFB46C"/>
            </a:solidFill>
            <a:prstDash val="solid"/>
          </a:ln>
        </p:spPr>
      </p:sp>
      <p:sp>
        <p:nvSpPr>
          <p:cNvPr id="5" name="矩形 4"/>
          <p:cNvSpPr>
            <a:spLocks noGrp="1"/>
          </p:cNvSpPr>
          <p:nvPr/>
        </p:nvSpPr>
        <p:spPr>
          <a:xfrm>
            <a:off x="1199515" y="1791970"/>
            <a:ext cx="9696450" cy="740410"/>
          </a:xfrm>
          <a:prstGeom prst="rect">
            <a:avLst/>
          </a:prstGeom>
          <a:noFill/>
          <a:ln w="0">
            <a:noFill/>
            <a:prstDash val="solid"/>
          </a:ln>
        </p:spPr>
        <p:txBody>
          <a:bodyPr/>
          <a:lstStyle/>
          <a:p>
            <a:pPr algn="l">
              <a:lnSpc>
                <a:spcPct val="115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latin typeface="微软雅黑" panose="020B0503020204020204" charset="-122"/>
                <a:ea typeface="微软雅黑" panose="020B0503020204020204" charset="-122"/>
                <a:cs typeface="微软雅黑" panose="020B0503020204020204" charset="-122"/>
              </a:rPr>
              <a:t>对应逻辑：分2个层次写清人物的核心事迹与可贵品质，贴合单元课文内容，同步运用单元核心语法与句型</a:t>
            </a:r>
            <a:endParaRPr sz="2025"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2895600"/>
            <a:ext cx="10439400" cy="2781935"/>
          </a:xfrm>
          <a:prstGeom prst="roundRect">
            <a:avLst>
              <a:gd name="adj" fmla="val 9091"/>
            </a:avLst>
          </a:prstGeom>
          <a:solidFill>
            <a:srgbClr val="FFFDF8"/>
          </a:solidFill>
          <a:ln w="13335">
            <a:solidFill>
              <a:srgbClr val="FFB46C"/>
            </a:solidFill>
            <a:prstDash val="solid"/>
          </a:ln>
        </p:spPr>
      </p:sp>
      <p:sp>
        <p:nvSpPr>
          <p:cNvPr id="7" name="矩形 6"/>
          <p:cNvSpPr>
            <a:spLocks noGrp="1"/>
          </p:cNvSpPr>
          <p:nvPr/>
        </p:nvSpPr>
        <p:spPr>
          <a:xfrm>
            <a:off x="1219200" y="3105150"/>
            <a:ext cx="9696450" cy="2386330"/>
          </a:xfrm>
          <a:prstGeom prst="rect">
            <a:avLst/>
          </a:prstGeom>
          <a:noFill/>
          <a:ln w="0">
            <a:noFill/>
            <a:prstDash val="solid"/>
          </a:ln>
        </p:spPr>
        <p:txBody>
          <a:bodyPr/>
          <a:lstStyle/>
          <a:p>
            <a:pPr algn="l">
              <a:lnSpc>
                <a:spcPct val="115000"/>
              </a:lnSpc>
              <a:buNone/>
              <a:defRPr sz="2100" b="0">
                <a:solidFill>
                  <a:srgbClr val="22160F"/>
                </a:solidFill>
                <a:latin typeface="微软雅黑" panose="020B0503020204020204" charset="-122"/>
                <a:ea typeface="微软雅黑" panose="020B0503020204020204" charset="-122"/>
                <a:cs typeface="微软雅黑" panose="020B0503020204020204" charset="-122"/>
              </a:defRPr>
            </a:pPr>
            <a:r>
              <a:rPr sz="2100" b="0">
                <a:solidFill>
                  <a:srgbClr val="22160F"/>
                </a:solidFill>
                <a:latin typeface="微软雅黑" panose="020B0503020204020204" charset="-122"/>
                <a:ea typeface="微软雅黑" panose="020B0503020204020204" charset="-122"/>
                <a:cs typeface="微软雅黑" panose="020B0503020204020204" charset="-122"/>
              </a:rPr>
              <a:t>参考框架：</a:t>
            </a:r>
            <a:endParaRPr sz="2100" b="0">
              <a:solidFill>
                <a:srgbClr val="22160F"/>
              </a:solidFill>
              <a:latin typeface="微软雅黑" panose="020B0503020204020204" charset="-122"/>
              <a:ea typeface="微软雅黑" panose="020B0503020204020204" charset="-122"/>
              <a:cs typeface="微软雅黑" panose="020B0503020204020204" charset="-122"/>
            </a:endParaRPr>
          </a:p>
          <a:p>
            <a:pPr algn="l">
              <a:lnSpc>
                <a:spcPct val="115000"/>
              </a:lnSpc>
              <a:buNone/>
              <a:defRPr sz="2100" b="0">
                <a:solidFill>
                  <a:srgbClr val="22160F"/>
                </a:solidFill>
                <a:latin typeface="微软雅黑" panose="020B0503020204020204" charset="-122"/>
                <a:ea typeface="微软雅黑" panose="020B0503020204020204" charset="-122"/>
                <a:cs typeface="微软雅黑" panose="020B0503020204020204" charset="-122"/>
              </a:defRPr>
            </a:pPr>
            <a:r>
              <a:rPr sz="2100" b="0">
                <a:solidFill>
                  <a:srgbClr val="22160F"/>
                </a:solidFill>
                <a:latin typeface="微软雅黑" panose="020B0503020204020204" charset="-122"/>
                <a:ea typeface="微软雅黑" panose="020B0503020204020204" charset="-122"/>
                <a:cs typeface="微软雅黑" panose="020B0503020204020204" charset="-122"/>
              </a:rPr>
              <a:t>① 人物生平与核心成就（用一般过去时，写人物的关键经历、重大成就，可搭配单元核心形式主语句型）</a:t>
            </a:r>
            <a:endParaRPr sz="2100" b="0">
              <a:solidFill>
                <a:srgbClr val="22160F"/>
              </a:solidFill>
              <a:latin typeface="微软雅黑" panose="020B0503020204020204" charset="-122"/>
              <a:ea typeface="微软雅黑" panose="020B0503020204020204" charset="-122"/>
              <a:cs typeface="微软雅黑" panose="020B0503020204020204" charset="-122"/>
            </a:endParaRPr>
          </a:p>
          <a:p>
            <a:pPr algn="l">
              <a:lnSpc>
                <a:spcPct val="115000"/>
              </a:lnSpc>
              <a:buNone/>
              <a:defRPr sz="2100" b="0">
                <a:solidFill>
                  <a:srgbClr val="22160F"/>
                </a:solidFill>
                <a:latin typeface="微软雅黑" panose="020B0503020204020204" charset="-122"/>
                <a:ea typeface="微软雅黑" panose="020B0503020204020204" charset="-122"/>
                <a:cs typeface="微软雅黑" panose="020B0503020204020204" charset="-122"/>
              </a:defRPr>
            </a:pPr>
            <a:r>
              <a:rPr sz="2100" b="0">
                <a:solidFill>
                  <a:srgbClr val="22160F"/>
                </a:solidFill>
                <a:latin typeface="微软雅黑" panose="020B0503020204020204" charset="-122"/>
                <a:ea typeface="微软雅黑" panose="020B0503020204020204" charset="-122"/>
                <a:cs typeface="微软雅黑" panose="020B0503020204020204" charset="-122"/>
              </a:rPr>
              <a:t>② 人物的可贵品质（用一般现在时，提炼人物的精神特质，说明人物值得敬佩的原因，结合课文核心形容词）</a:t>
            </a:r>
            <a:endParaRPr sz="2100" b="0">
              <a:solidFill>
                <a:srgbClr val="22160F"/>
              </a:solidFill>
              <a:latin typeface="微软雅黑" panose="020B0503020204020204" charset="-122"/>
              <a:ea typeface="微软雅黑" panose="020B0503020204020204" charset="-122"/>
              <a:cs typeface="微软雅黑" panose="020B0503020204020204" charset="-122"/>
            </a:endParaRPr>
          </a:p>
          <a:p>
            <a:pPr algn="l">
              <a:lnSpc>
                <a:spcPct val="115000"/>
              </a:lnSpc>
              <a:buNone/>
              <a:defRPr sz="2100" b="0">
                <a:solidFill>
                  <a:srgbClr val="22160F"/>
                </a:solidFill>
                <a:latin typeface="微软雅黑" panose="020B0503020204020204" charset="-122"/>
                <a:ea typeface="微软雅黑" panose="020B0503020204020204" charset="-122"/>
                <a:cs typeface="微软雅黑" panose="020B0503020204020204" charset="-122"/>
              </a:defRPr>
            </a:pPr>
            <a:r>
              <a:rPr>
                <a:sym typeface="+mn-ea"/>
              </a:rPr>
              <a:t>③ 人物事迹/品质带来的影响（对社会、对自己的影响）</a:t>
            </a:r>
            <a:endParaRPr sz="2100" b="0">
              <a:solidFill>
                <a:srgbClr val="22160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810500" cy="704850"/>
          </a:xfrm>
          <a:prstGeom prst="rect">
            <a:avLst/>
          </a:prstGeom>
          <a:solidFill>
            <a:srgbClr val="F4F2EF"/>
          </a:solidFill>
          <a:ln w="0">
            <a:noFill/>
            <a:prstDash val="solid"/>
          </a:ln>
        </p:spPr>
      </p:sp>
      <p:sp>
        <p:nvSpPr>
          <p:cNvPr id="3" name="矩形 2"/>
          <p:cNvSpPr>
            <a:spLocks noGrp="1"/>
          </p:cNvSpPr>
          <p:nvPr/>
        </p:nvSpPr>
        <p:spPr>
          <a:xfrm>
            <a:off x="819150" y="628650"/>
            <a:ext cx="7486650" cy="552450"/>
          </a:xfrm>
          <a:prstGeom prst="rect">
            <a:avLst/>
          </a:prstGeom>
          <a:noFill/>
          <a:ln w="0">
            <a:noFill/>
            <a:prstDash val="solid"/>
          </a:ln>
        </p:spPr>
        <p:txBody>
          <a:bodyPr/>
          <a:lstStyle/>
          <a:p>
            <a:pPr algn="l">
              <a:lnSpc>
                <a:spcPct val="100000"/>
              </a:lnSpc>
              <a:buNone/>
              <a:defRPr sz="2775" b="1">
                <a:solidFill>
                  <a:srgbClr val="0F0A06"/>
                </a:solidFill>
                <a:latin typeface="微软雅黑" panose="020B0503020204020204" charset="-122"/>
                <a:ea typeface="微软雅黑" panose="020B0503020204020204" charset="-122"/>
                <a:cs typeface="微软雅黑" panose="020B0503020204020204" charset="-122"/>
              </a:defRPr>
            </a:pPr>
            <a:r>
              <a:rPr sz="2775" b="1">
                <a:solidFill>
                  <a:srgbClr val="0F0A06"/>
                </a:solidFill>
                <a:latin typeface="微软雅黑" panose="020B0503020204020204" charset="-122"/>
                <a:ea typeface="微软雅黑" panose="020B0503020204020204" charset="-122"/>
                <a:cs typeface="微软雅黑" panose="020B0503020204020204" charset="-122"/>
              </a:rPr>
              <a:t>结尾段：升华主题，表达启发与展望</a:t>
            </a:r>
            <a:endParaRPr sz="2775" b="1">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619250"/>
            <a:ext cx="10439400" cy="1066800"/>
          </a:xfrm>
          <a:prstGeom prst="roundRect">
            <a:avLst>
              <a:gd name="adj" fmla="val 12500"/>
            </a:avLst>
          </a:prstGeom>
          <a:solidFill>
            <a:srgbClr val="FFF8EF"/>
          </a:solidFill>
          <a:ln w="13335">
            <a:solidFill>
              <a:srgbClr val="FFB46C"/>
            </a:solidFill>
            <a:prstDash val="solid"/>
          </a:ln>
        </p:spPr>
      </p:sp>
      <p:sp>
        <p:nvSpPr>
          <p:cNvPr id="5" name="矩形 4"/>
          <p:cNvSpPr>
            <a:spLocks noGrp="1"/>
          </p:cNvSpPr>
          <p:nvPr/>
        </p:nvSpPr>
        <p:spPr>
          <a:xfrm>
            <a:off x="1219200" y="1757045"/>
            <a:ext cx="9696450" cy="835660"/>
          </a:xfrm>
          <a:prstGeom prst="rect">
            <a:avLst/>
          </a:prstGeom>
          <a:noFill/>
          <a:ln w="0">
            <a:noFill/>
            <a:prstDash val="solid"/>
          </a:ln>
        </p:spPr>
        <p:txBody>
          <a:bodyPr/>
          <a:lstStyle/>
          <a:p>
            <a:pPr algn="l">
              <a:lnSpc>
                <a:spcPct val="115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latin typeface="微软雅黑" panose="020B0503020204020204" charset="-122"/>
                <a:ea typeface="微软雅黑" panose="020B0503020204020204" charset="-122"/>
                <a:cs typeface="微软雅黑" panose="020B0503020204020204" charset="-122"/>
              </a:rPr>
              <a:t>对应逻辑：总结全文，点明人物精神的意义，表达自己向人物学习的决心，贴合中考作文“正能量升华”的评分要求</a:t>
            </a:r>
            <a:endParaRPr sz="2025"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2895600"/>
            <a:ext cx="10439400" cy="2680970"/>
          </a:xfrm>
          <a:prstGeom prst="roundRect">
            <a:avLst>
              <a:gd name="adj" fmla="val 5738"/>
            </a:avLst>
          </a:prstGeom>
          <a:solidFill>
            <a:srgbClr val="FFFDF8"/>
          </a:solidFill>
          <a:ln w="13335">
            <a:solidFill>
              <a:srgbClr val="FFB46C"/>
            </a:solidFill>
            <a:prstDash val="solid"/>
          </a:ln>
        </p:spPr>
      </p:sp>
      <p:sp>
        <p:nvSpPr>
          <p:cNvPr id="7" name="矩形 6"/>
          <p:cNvSpPr>
            <a:spLocks noGrp="1"/>
          </p:cNvSpPr>
          <p:nvPr/>
        </p:nvSpPr>
        <p:spPr>
          <a:xfrm>
            <a:off x="1219200" y="3105150"/>
            <a:ext cx="9696450" cy="1943100"/>
          </a:xfrm>
          <a:prstGeom prst="rect">
            <a:avLst/>
          </a:prstGeom>
          <a:noFill/>
          <a:ln w="0">
            <a:noFill/>
            <a:prstDash val="solid"/>
          </a:ln>
        </p:spPr>
        <p:txBody>
          <a:bodyPr/>
          <a:lstStyle/>
          <a:p>
            <a:pPr algn="l">
              <a:lnSpc>
                <a:spcPct val="115000"/>
              </a:lnSpc>
              <a:buNone/>
              <a:defRPr sz="2100" b="0">
                <a:solidFill>
                  <a:srgbClr val="22160F"/>
                </a:solidFill>
                <a:latin typeface="微软雅黑" panose="020B0503020204020204" charset="-122"/>
                <a:ea typeface="微软雅黑" panose="020B0503020204020204" charset="-122"/>
                <a:cs typeface="微软雅黑" panose="020B0503020204020204" charset="-122"/>
              </a:defRPr>
            </a:pPr>
            <a:r>
              <a:rPr sz="2100" b="0">
                <a:solidFill>
                  <a:srgbClr val="22160F"/>
                </a:solidFill>
                <a:latin typeface="微软雅黑" panose="020B0503020204020204" charset="-122"/>
                <a:ea typeface="微软雅黑" panose="020B0503020204020204" charset="-122"/>
                <a:cs typeface="微软雅黑" panose="020B0503020204020204" charset="-122"/>
              </a:rPr>
              <a:t>参考框架：</a:t>
            </a:r>
            <a:endParaRPr sz="2100" b="0">
              <a:solidFill>
                <a:srgbClr val="22160F"/>
              </a:solidFill>
              <a:latin typeface="微软雅黑" panose="020B0503020204020204" charset="-122"/>
              <a:ea typeface="微软雅黑" panose="020B0503020204020204" charset="-122"/>
              <a:cs typeface="微软雅黑" panose="020B0503020204020204" charset="-122"/>
            </a:endParaRPr>
          </a:p>
          <a:p>
            <a:pPr algn="l">
              <a:lnSpc>
                <a:spcPct val="115000"/>
              </a:lnSpc>
              <a:buNone/>
              <a:defRPr sz="2100" b="0">
                <a:solidFill>
                  <a:srgbClr val="22160F"/>
                </a:solidFill>
                <a:latin typeface="微软雅黑" panose="020B0503020204020204" charset="-122"/>
                <a:ea typeface="微软雅黑" panose="020B0503020204020204" charset="-122"/>
                <a:cs typeface="微软雅黑" panose="020B0503020204020204" charset="-122"/>
              </a:defRPr>
            </a:pPr>
            <a:r>
              <a:rPr sz="2100" b="0">
                <a:solidFill>
                  <a:srgbClr val="22160F"/>
                </a:solidFill>
                <a:latin typeface="微软雅黑" panose="020B0503020204020204" charset="-122"/>
                <a:ea typeface="微软雅黑" panose="020B0503020204020204" charset="-122"/>
                <a:cs typeface="微软雅黑" panose="020B0503020204020204" charset="-122"/>
              </a:rPr>
              <a:t>______的精神一直鼓舞着我。我会以他/她为榜样，努力学习，未来也像他/她一样为社会贡献自己的力量。</a:t>
            </a:r>
            <a:endParaRPr sz="2100" b="0">
              <a:solidFill>
                <a:srgbClr val="22160F"/>
              </a:solidFill>
              <a:latin typeface="微软雅黑" panose="020B0503020204020204" charset="-122"/>
              <a:ea typeface="微软雅黑" panose="020B0503020204020204" charset="-122"/>
              <a:cs typeface="微软雅黑" panose="020B0503020204020204" charset="-122"/>
            </a:endParaRPr>
          </a:p>
          <a:p>
            <a:pPr algn="l">
              <a:lnSpc>
                <a:spcPct val="115000"/>
              </a:lnSpc>
              <a:buNone/>
              <a:defRPr sz="2100" b="0">
                <a:solidFill>
                  <a:srgbClr val="22160F"/>
                </a:solidFill>
                <a:latin typeface="微软雅黑" panose="020B0503020204020204" charset="-122"/>
                <a:ea typeface="微软雅黑" panose="020B0503020204020204" charset="-122"/>
                <a:cs typeface="微软雅黑" panose="020B0503020204020204" charset="-122"/>
              </a:defRPr>
            </a:pPr>
            <a:r>
              <a:rPr sz="2100" b="0">
                <a:solidFill>
                  <a:srgbClr val="22160F"/>
                </a:solidFill>
                <a:latin typeface="微软雅黑" panose="020B0503020204020204" charset="-122"/>
                <a:ea typeface="微软雅黑" panose="020B0503020204020204" charset="-122"/>
                <a:cs typeface="微软雅黑" panose="020B0503020204020204" charset="-122"/>
              </a:rPr>
              <a:t>The spirit of ______ always inspires me. I will take him/her as an example, study hard, and make my own contribution to the society like him/her in the future.</a:t>
            </a:r>
            <a:endParaRPr sz="2100" b="0">
              <a:solidFill>
                <a:srgbClr val="22160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810500" cy="876300"/>
          </a:xfrm>
          <a:prstGeom prst="rect">
            <a:avLst/>
          </a:prstGeom>
          <a:solidFill>
            <a:schemeClr val="bg1"/>
          </a:solidFill>
          <a:ln w="0">
            <a:noFill/>
            <a:prstDash val="solid"/>
          </a:ln>
        </p:spPr>
      </p:sp>
      <p:sp>
        <p:nvSpPr>
          <p:cNvPr id="4" name="圆角矩形 3"/>
          <p:cNvSpPr>
            <a:spLocks noGrp="1"/>
          </p:cNvSpPr>
          <p:nvPr/>
        </p:nvSpPr>
        <p:spPr>
          <a:xfrm>
            <a:off x="1257300" y="2343150"/>
            <a:ext cx="9677400" cy="1619250"/>
          </a:xfrm>
          <a:prstGeom prst="roundRect">
            <a:avLst>
              <a:gd name="adj" fmla="val 8235"/>
            </a:avLst>
          </a:prstGeom>
          <a:solidFill>
            <a:srgbClr val="FFF7EC"/>
          </a:solidFill>
          <a:ln w="13335">
            <a:solidFill>
              <a:srgbClr val="FFB46C"/>
            </a:solidFill>
            <a:prstDash val="solid"/>
          </a:ln>
        </p:spPr>
      </p:sp>
      <p:sp>
        <p:nvSpPr>
          <p:cNvPr id="5" name="矩形 4"/>
          <p:cNvSpPr>
            <a:spLocks noGrp="1"/>
          </p:cNvSpPr>
          <p:nvPr/>
        </p:nvSpPr>
        <p:spPr>
          <a:xfrm>
            <a:off x="1714500" y="2781300"/>
            <a:ext cx="8763000" cy="742950"/>
          </a:xfrm>
          <a:prstGeom prst="rect">
            <a:avLst/>
          </a:prstGeom>
          <a:noFill/>
          <a:ln w="0">
            <a:noFill/>
            <a:prstDash val="solid"/>
          </a:ln>
        </p:spPr>
        <p:txBody>
          <a:bodyPr/>
          <a:lstStyle/>
          <a:p>
            <a:pPr algn="ctr">
              <a:lnSpc>
                <a:spcPct val="105000"/>
              </a:lnSpc>
              <a:buNone/>
              <a:defRPr sz="2775" b="1">
                <a:solidFill>
                  <a:srgbClr val="C84F00"/>
                </a:solidFill>
                <a:latin typeface="微软雅黑" panose="020B0503020204020204" charset="-122"/>
                <a:ea typeface="微软雅黑" panose="020B0503020204020204" charset="-122"/>
                <a:cs typeface="微软雅黑" panose="020B0503020204020204" charset="-122"/>
              </a:defRPr>
            </a:pPr>
            <a:r>
              <a:rPr sz="2775" b="1">
                <a:solidFill>
                  <a:srgbClr val="C84F00"/>
                </a:solidFill>
                <a:latin typeface="微软雅黑" panose="020B0503020204020204" charset="-122"/>
                <a:ea typeface="微软雅黑" panose="020B0503020204020204" charset="-122"/>
                <a:cs typeface="微软雅黑" panose="020B0503020204020204" charset="-122"/>
              </a:rPr>
              <a:t>三、核心短语积累（单元课文核心+高频）</a:t>
            </a:r>
            <a:endParaRPr sz="2775" b="1">
              <a:solidFill>
                <a:srgbClr val="C84F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 name="图片 19"/>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810500" cy="704850"/>
          </a:xfrm>
          <a:prstGeom prst="rect">
            <a:avLst/>
          </a:prstGeom>
          <a:solidFill>
            <a:srgbClr val="F4F2EF"/>
          </a:solidFill>
          <a:ln w="0">
            <a:noFill/>
            <a:prstDash val="solid"/>
          </a:ln>
        </p:spPr>
      </p:sp>
      <p:sp>
        <p:nvSpPr>
          <p:cNvPr id="3" name="矩形 2"/>
          <p:cNvSpPr>
            <a:spLocks noGrp="1"/>
          </p:cNvSpPr>
          <p:nvPr/>
        </p:nvSpPr>
        <p:spPr>
          <a:xfrm>
            <a:off x="819150" y="628650"/>
            <a:ext cx="7486650" cy="552450"/>
          </a:xfrm>
          <a:prstGeom prst="rect">
            <a:avLst/>
          </a:prstGeom>
          <a:noFill/>
          <a:ln w="0">
            <a:noFill/>
            <a:prstDash val="solid"/>
          </a:ln>
        </p:spPr>
        <p:txBody>
          <a:bodyPr/>
          <a:lstStyle/>
          <a:p>
            <a:pPr algn="l">
              <a:lnSpc>
                <a:spcPct val="100000"/>
              </a:lnSpc>
              <a:buNone/>
              <a:defRPr sz="2775" b="1">
                <a:solidFill>
                  <a:srgbClr val="0F0A06"/>
                </a:solidFill>
                <a:latin typeface="微软雅黑" panose="020B0503020204020204" charset="-122"/>
                <a:ea typeface="微软雅黑" panose="020B0503020204020204" charset="-122"/>
                <a:cs typeface="微软雅黑" panose="020B0503020204020204" charset="-122"/>
              </a:defRPr>
            </a:pPr>
            <a:r>
              <a:rPr sz="2775" b="1">
                <a:solidFill>
                  <a:srgbClr val="0F0A06"/>
                </a:solidFill>
                <a:latin typeface="微软雅黑" panose="020B0503020204020204" charset="-122"/>
                <a:ea typeface="微软雅黑" panose="020B0503020204020204" charset="-122"/>
                <a:cs typeface="微软雅黑" panose="020B0503020204020204" charset="-122"/>
              </a:rPr>
              <a:t>1. 人物身份类短语（单元课文核心）</a:t>
            </a:r>
            <a:endParaRPr sz="2775" b="1">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504950"/>
            <a:ext cx="10439400" cy="819150"/>
          </a:xfrm>
          <a:prstGeom prst="roundRect">
            <a:avLst>
              <a:gd name="adj" fmla="val 16279"/>
            </a:avLst>
          </a:prstGeom>
          <a:solidFill>
            <a:srgbClr val="FFF8EF"/>
          </a:solidFill>
          <a:ln w="13335">
            <a:solidFill>
              <a:srgbClr val="FFB46C"/>
            </a:solidFill>
            <a:prstDash val="solid"/>
          </a:ln>
        </p:spPr>
      </p:sp>
      <p:sp>
        <p:nvSpPr>
          <p:cNvPr id="5" name="椭圆 4"/>
          <p:cNvSpPr>
            <a:spLocks noGrp="1"/>
          </p:cNvSpPr>
          <p:nvPr/>
        </p:nvSpPr>
        <p:spPr>
          <a:xfrm>
            <a:off x="1181100" y="1771650"/>
            <a:ext cx="76200" cy="76200"/>
          </a:xfrm>
          <a:prstGeom prst="ellipse">
            <a:avLst/>
          </a:prstGeom>
          <a:solidFill>
            <a:srgbClr val="FF7A12"/>
          </a:solidFill>
          <a:ln w="0">
            <a:solidFill>
              <a:srgbClr val="FF7A12"/>
            </a:solidFill>
            <a:prstDash val="solid"/>
          </a:ln>
        </p:spPr>
      </p:sp>
      <p:sp>
        <p:nvSpPr>
          <p:cNvPr id="6" name="矩形 5"/>
          <p:cNvSpPr>
            <a:spLocks noGrp="1"/>
          </p:cNvSpPr>
          <p:nvPr/>
        </p:nvSpPr>
        <p:spPr>
          <a:xfrm>
            <a:off x="1428750" y="1676400"/>
            <a:ext cx="5143500" cy="533400"/>
          </a:xfrm>
          <a:prstGeom prst="rect">
            <a:avLst/>
          </a:prstGeom>
          <a:noFill/>
          <a:ln w="0">
            <a:noFill/>
            <a:prstDash val="solid"/>
          </a:ln>
        </p:spPr>
        <p:txBody>
          <a:bodyPr/>
          <a:lstStyle/>
          <a:p>
            <a:pPr algn="l">
              <a:lnSpc>
                <a:spcPct val="108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latin typeface="微软雅黑" panose="020B0503020204020204" charset="-122"/>
                <a:ea typeface="微软雅黑" panose="020B0503020204020204" charset="-122"/>
                <a:cs typeface="微软雅黑" panose="020B0503020204020204" charset="-122"/>
              </a:rPr>
              <a:t>a great scientist</a:t>
            </a:r>
            <a:endParaRPr sz="2025"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6896100" y="1676400"/>
            <a:ext cx="3714750" cy="533400"/>
          </a:xfrm>
          <a:prstGeom prst="rect">
            <a:avLst/>
          </a:prstGeom>
          <a:noFill/>
          <a:ln w="0">
            <a:noFill/>
            <a:prstDash val="solid"/>
          </a:ln>
        </p:spPr>
        <p:txBody>
          <a:bodyPr/>
          <a:lstStyle/>
          <a:p>
            <a:pPr algn="l">
              <a:lnSpc>
                <a:spcPct val="108000"/>
              </a:lnSpc>
              <a:buNone/>
              <a:defRPr sz="2025" b="0">
                <a:solidFill>
                  <a:srgbClr val="7B4B31"/>
                </a:solidFill>
                <a:latin typeface="微软雅黑" panose="020B0503020204020204" charset="-122"/>
                <a:ea typeface="微软雅黑" panose="020B0503020204020204" charset="-122"/>
                <a:cs typeface="微软雅黑" panose="020B0503020204020204" charset="-122"/>
              </a:defRPr>
            </a:pPr>
            <a:r>
              <a:rPr sz="2025" b="0">
                <a:solidFill>
                  <a:srgbClr val="7B4B31"/>
                </a:solidFill>
                <a:latin typeface="微软雅黑" panose="020B0503020204020204" charset="-122"/>
                <a:ea typeface="微软雅黑" panose="020B0503020204020204" charset="-122"/>
                <a:cs typeface="微软雅黑" panose="020B0503020204020204" charset="-122"/>
              </a:rPr>
              <a:t>一位伟大的科学家</a:t>
            </a:r>
            <a:endParaRPr sz="2025" b="0">
              <a:solidFill>
                <a:srgbClr val="7B4B31"/>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495550"/>
            <a:ext cx="10439400" cy="819150"/>
          </a:xfrm>
          <a:prstGeom prst="roundRect">
            <a:avLst>
              <a:gd name="adj" fmla="val 16279"/>
            </a:avLst>
          </a:prstGeom>
          <a:solidFill>
            <a:srgbClr val="FFFDF8"/>
          </a:solidFill>
          <a:ln w="13335">
            <a:solidFill>
              <a:srgbClr val="FFB46C"/>
            </a:solidFill>
            <a:prstDash val="solid"/>
          </a:ln>
        </p:spPr>
      </p:sp>
      <p:sp>
        <p:nvSpPr>
          <p:cNvPr id="9" name="椭圆 8"/>
          <p:cNvSpPr>
            <a:spLocks noGrp="1"/>
          </p:cNvSpPr>
          <p:nvPr/>
        </p:nvSpPr>
        <p:spPr>
          <a:xfrm>
            <a:off x="1181100" y="2762250"/>
            <a:ext cx="76200" cy="76200"/>
          </a:xfrm>
          <a:prstGeom prst="ellipse">
            <a:avLst/>
          </a:prstGeom>
          <a:solidFill>
            <a:srgbClr val="FF7A12"/>
          </a:solidFill>
          <a:ln w="0">
            <a:solidFill>
              <a:srgbClr val="FF7A12"/>
            </a:solidFill>
            <a:prstDash val="solid"/>
          </a:ln>
        </p:spPr>
      </p:sp>
      <p:sp>
        <p:nvSpPr>
          <p:cNvPr id="10" name="矩形 9"/>
          <p:cNvSpPr>
            <a:spLocks noGrp="1"/>
          </p:cNvSpPr>
          <p:nvPr/>
        </p:nvSpPr>
        <p:spPr>
          <a:xfrm>
            <a:off x="1428750" y="2667000"/>
            <a:ext cx="5143500" cy="533400"/>
          </a:xfrm>
          <a:prstGeom prst="rect">
            <a:avLst/>
          </a:prstGeom>
          <a:noFill/>
          <a:ln w="0">
            <a:noFill/>
            <a:prstDash val="solid"/>
          </a:ln>
        </p:spPr>
        <p:txBody>
          <a:bodyPr/>
          <a:lstStyle/>
          <a:p>
            <a:pPr algn="l">
              <a:lnSpc>
                <a:spcPct val="108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latin typeface="微软雅黑" panose="020B0503020204020204" charset="-122"/>
                <a:ea typeface="微软雅黑" panose="020B0503020204020204" charset="-122"/>
                <a:cs typeface="微软雅黑" panose="020B0503020204020204" charset="-122"/>
              </a:rPr>
              <a:t>a famous engineer</a:t>
            </a:r>
            <a:endParaRPr sz="2025"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6896100" y="2667000"/>
            <a:ext cx="3714750" cy="533400"/>
          </a:xfrm>
          <a:prstGeom prst="rect">
            <a:avLst/>
          </a:prstGeom>
          <a:noFill/>
          <a:ln w="0">
            <a:noFill/>
            <a:prstDash val="solid"/>
          </a:ln>
        </p:spPr>
        <p:txBody>
          <a:bodyPr/>
          <a:lstStyle/>
          <a:p>
            <a:pPr algn="l">
              <a:lnSpc>
                <a:spcPct val="108000"/>
              </a:lnSpc>
              <a:buNone/>
              <a:defRPr sz="2025" b="0">
                <a:solidFill>
                  <a:srgbClr val="7B4B31"/>
                </a:solidFill>
                <a:latin typeface="微软雅黑" panose="020B0503020204020204" charset="-122"/>
                <a:ea typeface="微软雅黑" panose="020B0503020204020204" charset="-122"/>
                <a:cs typeface="微软雅黑" panose="020B0503020204020204" charset="-122"/>
              </a:defRPr>
            </a:pPr>
            <a:r>
              <a:rPr sz="2025" b="0">
                <a:solidFill>
                  <a:srgbClr val="7B4B31"/>
                </a:solidFill>
                <a:latin typeface="微软雅黑" panose="020B0503020204020204" charset="-122"/>
                <a:ea typeface="微软雅黑" panose="020B0503020204020204" charset="-122"/>
                <a:cs typeface="微软雅黑" panose="020B0503020204020204" charset="-122"/>
              </a:rPr>
              <a:t>一位著名的工程师</a:t>
            </a:r>
            <a:endParaRPr sz="2025" b="0">
              <a:solidFill>
                <a:srgbClr val="7B4B31"/>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a:spLocks noGrp="1"/>
          </p:cNvSpPr>
          <p:nvPr/>
        </p:nvSpPr>
        <p:spPr>
          <a:xfrm>
            <a:off x="876300" y="3486150"/>
            <a:ext cx="10439400" cy="819150"/>
          </a:xfrm>
          <a:prstGeom prst="roundRect">
            <a:avLst>
              <a:gd name="adj" fmla="val 16279"/>
            </a:avLst>
          </a:prstGeom>
          <a:solidFill>
            <a:srgbClr val="FFF8EF"/>
          </a:solidFill>
          <a:ln w="13335">
            <a:solidFill>
              <a:srgbClr val="FFB46C"/>
            </a:solidFill>
            <a:prstDash val="solid"/>
          </a:ln>
        </p:spPr>
      </p:sp>
      <p:sp>
        <p:nvSpPr>
          <p:cNvPr id="13" name="椭圆 12"/>
          <p:cNvSpPr>
            <a:spLocks noGrp="1"/>
          </p:cNvSpPr>
          <p:nvPr/>
        </p:nvSpPr>
        <p:spPr>
          <a:xfrm>
            <a:off x="1181100" y="3752850"/>
            <a:ext cx="76200" cy="76200"/>
          </a:xfrm>
          <a:prstGeom prst="ellipse">
            <a:avLst/>
          </a:prstGeom>
          <a:solidFill>
            <a:srgbClr val="FF7A12"/>
          </a:solidFill>
          <a:ln w="0">
            <a:solidFill>
              <a:srgbClr val="FF7A12"/>
            </a:solidFill>
            <a:prstDash val="solid"/>
          </a:ln>
        </p:spPr>
      </p:sp>
      <p:sp>
        <p:nvSpPr>
          <p:cNvPr id="14" name="矩形 13"/>
          <p:cNvSpPr>
            <a:spLocks noGrp="1"/>
          </p:cNvSpPr>
          <p:nvPr/>
        </p:nvSpPr>
        <p:spPr>
          <a:xfrm>
            <a:off x="1428750" y="3657600"/>
            <a:ext cx="5143500" cy="533400"/>
          </a:xfrm>
          <a:prstGeom prst="rect">
            <a:avLst/>
          </a:prstGeom>
          <a:noFill/>
          <a:ln w="0">
            <a:noFill/>
            <a:prstDash val="solid"/>
          </a:ln>
        </p:spPr>
        <p:txBody>
          <a:bodyPr/>
          <a:lstStyle/>
          <a:p>
            <a:pPr algn="l">
              <a:lnSpc>
                <a:spcPct val="108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latin typeface="微软雅黑" panose="020B0503020204020204" charset="-122"/>
                <a:ea typeface="微软雅黑" panose="020B0503020204020204" charset="-122"/>
                <a:cs typeface="微软雅黑" panose="020B0503020204020204" charset="-122"/>
              </a:rPr>
              <a:t>a great thinker</a:t>
            </a:r>
            <a:endParaRPr sz="2025"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6896100" y="3657600"/>
            <a:ext cx="3714750" cy="533400"/>
          </a:xfrm>
          <a:prstGeom prst="rect">
            <a:avLst/>
          </a:prstGeom>
          <a:noFill/>
          <a:ln w="0">
            <a:noFill/>
            <a:prstDash val="solid"/>
          </a:ln>
        </p:spPr>
        <p:txBody>
          <a:bodyPr/>
          <a:lstStyle/>
          <a:p>
            <a:pPr algn="l">
              <a:lnSpc>
                <a:spcPct val="108000"/>
              </a:lnSpc>
              <a:buNone/>
              <a:defRPr sz="2025" b="0">
                <a:solidFill>
                  <a:srgbClr val="7B4B31"/>
                </a:solidFill>
                <a:latin typeface="微软雅黑" panose="020B0503020204020204" charset="-122"/>
                <a:ea typeface="微软雅黑" panose="020B0503020204020204" charset="-122"/>
                <a:cs typeface="微软雅黑" panose="020B0503020204020204" charset="-122"/>
              </a:defRPr>
            </a:pPr>
            <a:r>
              <a:rPr sz="2025" b="0">
                <a:solidFill>
                  <a:srgbClr val="7B4B31"/>
                </a:solidFill>
                <a:latin typeface="微软雅黑" panose="020B0503020204020204" charset="-122"/>
                <a:ea typeface="微软雅黑" panose="020B0503020204020204" charset="-122"/>
                <a:cs typeface="微软雅黑" panose="020B0503020204020204" charset="-122"/>
              </a:rPr>
              <a:t>一位伟大的思想家</a:t>
            </a:r>
            <a:endParaRPr sz="2025" b="0">
              <a:solidFill>
                <a:srgbClr val="7B4B31"/>
              </a:solidFill>
              <a:latin typeface="微软雅黑" panose="020B0503020204020204" charset="-122"/>
              <a:ea typeface="微软雅黑" panose="020B0503020204020204" charset="-122"/>
              <a:cs typeface="微软雅黑" panose="020B0503020204020204" charset="-122"/>
            </a:endParaRPr>
          </a:p>
        </p:txBody>
      </p:sp>
      <p:sp>
        <p:nvSpPr>
          <p:cNvPr id="16" name="圆角矩形 15"/>
          <p:cNvSpPr>
            <a:spLocks noGrp="1"/>
          </p:cNvSpPr>
          <p:nvPr/>
        </p:nvSpPr>
        <p:spPr>
          <a:xfrm>
            <a:off x="876300" y="4476750"/>
            <a:ext cx="10439400" cy="819150"/>
          </a:xfrm>
          <a:prstGeom prst="roundRect">
            <a:avLst>
              <a:gd name="adj" fmla="val 16279"/>
            </a:avLst>
          </a:prstGeom>
          <a:solidFill>
            <a:srgbClr val="FFFDF8"/>
          </a:solidFill>
          <a:ln w="13335">
            <a:solidFill>
              <a:srgbClr val="FFB46C"/>
            </a:solidFill>
            <a:prstDash val="solid"/>
          </a:ln>
        </p:spPr>
      </p:sp>
      <p:sp>
        <p:nvSpPr>
          <p:cNvPr id="17" name="椭圆 16"/>
          <p:cNvSpPr>
            <a:spLocks noGrp="1"/>
          </p:cNvSpPr>
          <p:nvPr/>
        </p:nvSpPr>
        <p:spPr>
          <a:xfrm>
            <a:off x="1181100" y="4743450"/>
            <a:ext cx="76200" cy="76200"/>
          </a:xfrm>
          <a:prstGeom prst="ellipse">
            <a:avLst/>
          </a:prstGeom>
          <a:solidFill>
            <a:srgbClr val="FF7A12"/>
          </a:solidFill>
          <a:ln w="0">
            <a:solidFill>
              <a:srgbClr val="FF7A12"/>
            </a:solidFill>
            <a:prstDash val="solid"/>
          </a:ln>
        </p:spPr>
      </p:sp>
      <p:sp>
        <p:nvSpPr>
          <p:cNvPr id="18" name="矩形 17"/>
          <p:cNvSpPr>
            <a:spLocks noGrp="1"/>
          </p:cNvSpPr>
          <p:nvPr/>
        </p:nvSpPr>
        <p:spPr>
          <a:xfrm>
            <a:off x="1428750" y="4648200"/>
            <a:ext cx="5143500" cy="533400"/>
          </a:xfrm>
          <a:prstGeom prst="rect">
            <a:avLst/>
          </a:prstGeom>
          <a:noFill/>
          <a:ln w="0">
            <a:noFill/>
            <a:prstDash val="solid"/>
          </a:ln>
        </p:spPr>
        <p:txBody>
          <a:bodyPr/>
          <a:lstStyle/>
          <a:p>
            <a:pPr algn="l">
              <a:lnSpc>
                <a:spcPct val="108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latin typeface="微软雅黑" panose="020B0503020204020204" charset="-122"/>
                <a:ea typeface="微软雅黑" panose="020B0503020204020204" charset="-122"/>
                <a:cs typeface="微软雅黑" panose="020B0503020204020204" charset="-122"/>
              </a:rPr>
              <a:t>a medical researcher</a:t>
            </a:r>
            <a:endParaRPr sz="2025"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6896100" y="4648200"/>
            <a:ext cx="3714750" cy="533400"/>
          </a:xfrm>
          <a:prstGeom prst="rect">
            <a:avLst/>
          </a:prstGeom>
          <a:noFill/>
          <a:ln w="0">
            <a:noFill/>
            <a:prstDash val="solid"/>
          </a:ln>
        </p:spPr>
        <p:txBody>
          <a:bodyPr/>
          <a:lstStyle/>
          <a:p>
            <a:pPr algn="l">
              <a:lnSpc>
                <a:spcPct val="108000"/>
              </a:lnSpc>
              <a:buNone/>
              <a:defRPr sz="2025" b="0">
                <a:solidFill>
                  <a:srgbClr val="7B4B31"/>
                </a:solidFill>
                <a:latin typeface="微软雅黑" panose="020B0503020204020204" charset="-122"/>
                <a:ea typeface="微软雅黑" panose="020B0503020204020204" charset="-122"/>
                <a:cs typeface="微软雅黑" panose="020B0503020204020204" charset="-122"/>
              </a:defRPr>
            </a:pPr>
            <a:r>
              <a:rPr sz="2025" b="0">
                <a:solidFill>
                  <a:srgbClr val="7B4B31"/>
                </a:solidFill>
                <a:latin typeface="微软雅黑" panose="020B0503020204020204" charset="-122"/>
                <a:ea typeface="微软雅黑" panose="020B0503020204020204" charset="-122"/>
                <a:cs typeface="微软雅黑" panose="020B0503020204020204" charset="-122"/>
              </a:rPr>
              <a:t>一名医学研究者</a:t>
            </a:r>
            <a:endParaRPr sz="2025" b="0">
              <a:solidFill>
                <a:srgbClr val="7B4B3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5" grpId="0"/>
      <p:bldP spid="1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 name="图片 19"/>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810500" cy="704850"/>
          </a:xfrm>
          <a:prstGeom prst="rect">
            <a:avLst/>
          </a:prstGeom>
          <a:solidFill>
            <a:srgbClr val="F4F2EF"/>
          </a:solidFill>
          <a:ln w="0">
            <a:noFill/>
            <a:prstDash val="solid"/>
          </a:ln>
        </p:spPr>
      </p:sp>
      <p:sp>
        <p:nvSpPr>
          <p:cNvPr id="3" name="矩形 2"/>
          <p:cNvSpPr>
            <a:spLocks noGrp="1"/>
          </p:cNvSpPr>
          <p:nvPr/>
        </p:nvSpPr>
        <p:spPr>
          <a:xfrm>
            <a:off x="819150" y="628650"/>
            <a:ext cx="7486650" cy="552450"/>
          </a:xfrm>
          <a:prstGeom prst="rect">
            <a:avLst/>
          </a:prstGeom>
          <a:noFill/>
          <a:ln w="0">
            <a:noFill/>
            <a:prstDash val="solid"/>
          </a:ln>
        </p:spPr>
        <p:txBody>
          <a:bodyPr/>
          <a:lstStyle/>
          <a:p>
            <a:pPr algn="l">
              <a:lnSpc>
                <a:spcPct val="100000"/>
              </a:lnSpc>
              <a:buNone/>
              <a:defRPr sz="2775" b="1">
                <a:solidFill>
                  <a:srgbClr val="0F0A06"/>
                </a:solidFill>
                <a:latin typeface="微软雅黑" panose="020B0503020204020204" charset="-122"/>
                <a:ea typeface="微软雅黑" panose="020B0503020204020204" charset="-122"/>
                <a:cs typeface="微软雅黑" panose="020B0503020204020204" charset="-122"/>
              </a:defRPr>
            </a:pPr>
            <a:r>
              <a:rPr sz="2775" b="1">
                <a:solidFill>
                  <a:srgbClr val="0F0A06"/>
                </a:solidFill>
                <a:latin typeface="微软雅黑" panose="020B0503020204020204" charset="-122"/>
                <a:ea typeface="微软雅黑" panose="020B0503020204020204" charset="-122"/>
                <a:cs typeface="微软雅黑" panose="020B0503020204020204" charset="-122"/>
              </a:rPr>
              <a:t>1. 人物身份类短语（单元课文核心）</a:t>
            </a:r>
            <a:endParaRPr sz="2775" b="1">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504950"/>
            <a:ext cx="10439400" cy="819150"/>
          </a:xfrm>
          <a:prstGeom prst="roundRect">
            <a:avLst>
              <a:gd name="adj" fmla="val 16279"/>
            </a:avLst>
          </a:prstGeom>
          <a:solidFill>
            <a:srgbClr val="FFF8EF"/>
          </a:solidFill>
          <a:ln w="13335">
            <a:solidFill>
              <a:srgbClr val="FFB46C"/>
            </a:solidFill>
            <a:prstDash val="solid"/>
          </a:ln>
        </p:spPr>
      </p:sp>
      <p:sp>
        <p:nvSpPr>
          <p:cNvPr id="5" name="椭圆 4"/>
          <p:cNvSpPr>
            <a:spLocks noGrp="1"/>
          </p:cNvSpPr>
          <p:nvPr/>
        </p:nvSpPr>
        <p:spPr>
          <a:xfrm>
            <a:off x="1181100" y="1771650"/>
            <a:ext cx="76200" cy="76200"/>
          </a:xfrm>
          <a:prstGeom prst="ellipse">
            <a:avLst/>
          </a:prstGeom>
          <a:solidFill>
            <a:srgbClr val="FF7A12"/>
          </a:solidFill>
          <a:ln w="0">
            <a:solidFill>
              <a:srgbClr val="FF7A12"/>
            </a:solidFill>
            <a:prstDash val="solid"/>
          </a:ln>
        </p:spPr>
      </p:sp>
      <p:sp>
        <p:nvSpPr>
          <p:cNvPr id="6" name="矩形 5"/>
          <p:cNvSpPr>
            <a:spLocks noGrp="1"/>
          </p:cNvSpPr>
          <p:nvPr/>
        </p:nvSpPr>
        <p:spPr>
          <a:xfrm>
            <a:off x="1428750" y="1676400"/>
            <a:ext cx="5143500" cy="533400"/>
          </a:xfrm>
          <a:prstGeom prst="rect">
            <a:avLst/>
          </a:prstGeom>
          <a:noFill/>
          <a:ln w="0">
            <a:noFill/>
            <a:prstDash val="solid"/>
          </a:ln>
        </p:spPr>
        <p:txBody>
          <a:bodyPr/>
          <a:lstStyle/>
          <a:p>
            <a:pPr algn="l">
              <a:lnSpc>
                <a:spcPct val="108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latin typeface="微软雅黑" panose="020B0503020204020204" charset="-122"/>
                <a:ea typeface="微软雅黑" panose="020B0503020204020204" charset="-122"/>
                <a:cs typeface="微软雅黑" panose="020B0503020204020204" charset="-122"/>
              </a:rPr>
              <a:t>a space pilot</a:t>
            </a:r>
            <a:endParaRPr sz="2025"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6896100" y="1676400"/>
            <a:ext cx="3714750" cy="533400"/>
          </a:xfrm>
          <a:prstGeom prst="rect">
            <a:avLst/>
          </a:prstGeom>
          <a:noFill/>
          <a:ln w="0">
            <a:noFill/>
            <a:prstDash val="solid"/>
          </a:ln>
        </p:spPr>
        <p:txBody>
          <a:bodyPr/>
          <a:lstStyle/>
          <a:p>
            <a:pPr algn="l">
              <a:lnSpc>
                <a:spcPct val="108000"/>
              </a:lnSpc>
              <a:buNone/>
              <a:defRPr sz="2025" b="0">
                <a:solidFill>
                  <a:srgbClr val="7B4B31"/>
                </a:solidFill>
                <a:latin typeface="微软雅黑" panose="020B0503020204020204" charset="-122"/>
                <a:ea typeface="微软雅黑" panose="020B0503020204020204" charset="-122"/>
                <a:cs typeface="微软雅黑" panose="020B0503020204020204" charset="-122"/>
              </a:defRPr>
            </a:pPr>
            <a:r>
              <a:rPr sz="2025" b="0">
                <a:solidFill>
                  <a:srgbClr val="7B4B31"/>
                </a:solidFill>
                <a:latin typeface="微软雅黑" panose="020B0503020204020204" charset="-122"/>
                <a:ea typeface="微软雅黑" panose="020B0503020204020204" charset="-122"/>
                <a:cs typeface="微软雅黑" panose="020B0503020204020204" charset="-122"/>
              </a:rPr>
              <a:t>一名航天员</a:t>
            </a:r>
            <a:endParaRPr sz="2025" b="0">
              <a:solidFill>
                <a:srgbClr val="7B4B31"/>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495550"/>
            <a:ext cx="10439400" cy="819150"/>
          </a:xfrm>
          <a:prstGeom prst="roundRect">
            <a:avLst>
              <a:gd name="adj" fmla="val 16279"/>
            </a:avLst>
          </a:prstGeom>
          <a:solidFill>
            <a:srgbClr val="FFFDF8"/>
          </a:solidFill>
          <a:ln w="13335">
            <a:solidFill>
              <a:srgbClr val="FFB46C"/>
            </a:solidFill>
            <a:prstDash val="solid"/>
          </a:ln>
        </p:spPr>
      </p:sp>
      <p:sp>
        <p:nvSpPr>
          <p:cNvPr id="9" name="椭圆 8"/>
          <p:cNvSpPr>
            <a:spLocks noGrp="1"/>
          </p:cNvSpPr>
          <p:nvPr/>
        </p:nvSpPr>
        <p:spPr>
          <a:xfrm>
            <a:off x="1181100" y="2762250"/>
            <a:ext cx="76200" cy="76200"/>
          </a:xfrm>
          <a:prstGeom prst="ellipse">
            <a:avLst/>
          </a:prstGeom>
          <a:solidFill>
            <a:srgbClr val="FF7A12"/>
          </a:solidFill>
          <a:ln w="0">
            <a:solidFill>
              <a:srgbClr val="FF7A12"/>
            </a:solidFill>
            <a:prstDash val="solid"/>
          </a:ln>
        </p:spPr>
      </p:sp>
      <p:sp>
        <p:nvSpPr>
          <p:cNvPr id="10" name="矩形 9"/>
          <p:cNvSpPr>
            <a:spLocks noGrp="1"/>
          </p:cNvSpPr>
          <p:nvPr/>
        </p:nvSpPr>
        <p:spPr>
          <a:xfrm>
            <a:off x="1428750" y="2667000"/>
            <a:ext cx="5143500" cy="533400"/>
          </a:xfrm>
          <a:prstGeom prst="rect">
            <a:avLst/>
          </a:prstGeom>
          <a:noFill/>
          <a:ln w="0">
            <a:noFill/>
            <a:prstDash val="solid"/>
          </a:ln>
        </p:spPr>
        <p:txBody>
          <a:bodyPr/>
          <a:lstStyle/>
          <a:p>
            <a:pPr algn="l">
              <a:lnSpc>
                <a:spcPct val="108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latin typeface="微软雅黑" panose="020B0503020204020204" charset="-122"/>
                <a:ea typeface="微软雅黑" panose="020B0503020204020204" charset="-122"/>
                <a:cs typeface="微软雅黑" panose="020B0503020204020204" charset="-122"/>
              </a:rPr>
              <a:t>a village leader</a:t>
            </a:r>
            <a:endParaRPr sz="2025"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6896100" y="2667000"/>
            <a:ext cx="3714750" cy="533400"/>
          </a:xfrm>
          <a:prstGeom prst="rect">
            <a:avLst/>
          </a:prstGeom>
          <a:noFill/>
          <a:ln w="0">
            <a:noFill/>
            <a:prstDash val="solid"/>
          </a:ln>
        </p:spPr>
        <p:txBody>
          <a:bodyPr/>
          <a:lstStyle/>
          <a:p>
            <a:pPr algn="l">
              <a:lnSpc>
                <a:spcPct val="108000"/>
              </a:lnSpc>
              <a:buNone/>
              <a:defRPr sz="2025" b="0">
                <a:solidFill>
                  <a:srgbClr val="7B4B31"/>
                </a:solidFill>
                <a:latin typeface="微软雅黑" panose="020B0503020204020204" charset="-122"/>
                <a:ea typeface="微软雅黑" panose="020B0503020204020204" charset="-122"/>
                <a:cs typeface="微软雅黑" panose="020B0503020204020204" charset="-122"/>
              </a:defRPr>
            </a:pPr>
            <a:r>
              <a:rPr sz="2025" b="0">
                <a:solidFill>
                  <a:srgbClr val="7B4B31"/>
                </a:solidFill>
                <a:latin typeface="微软雅黑" panose="020B0503020204020204" charset="-122"/>
                <a:ea typeface="微软雅黑" panose="020B0503020204020204" charset="-122"/>
                <a:cs typeface="微软雅黑" panose="020B0503020204020204" charset="-122"/>
              </a:rPr>
              <a:t>一名村干部</a:t>
            </a:r>
            <a:endParaRPr sz="2025" b="0">
              <a:solidFill>
                <a:srgbClr val="7B4B31"/>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a:spLocks noGrp="1"/>
          </p:cNvSpPr>
          <p:nvPr/>
        </p:nvSpPr>
        <p:spPr>
          <a:xfrm>
            <a:off x="876300" y="3486150"/>
            <a:ext cx="10439400" cy="819150"/>
          </a:xfrm>
          <a:prstGeom prst="roundRect">
            <a:avLst>
              <a:gd name="adj" fmla="val 16279"/>
            </a:avLst>
          </a:prstGeom>
          <a:solidFill>
            <a:srgbClr val="FFF8EF"/>
          </a:solidFill>
          <a:ln w="13335">
            <a:solidFill>
              <a:srgbClr val="FFB46C"/>
            </a:solidFill>
            <a:prstDash val="solid"/>
          </a:ln>
        </p:spPr>
      </p:sp>
      <p:sp>
        <p:nvSpPr>
          <p:cNvPr id="13" name="椭圆 12"/>
          <p:cNvSpPr>
            <a:spLocks noGrp="1"/>
          </p:cNvSpPr>
          <p:nvPr/>
        </p:nvSpPr>
        <p:spPr>
          <a:xfrm>
            <a:off x="1181100" y="3752850"/>
            <a:ext cx="76200" cy="76200"/>
          </a:xfrm>
          <a:prstGeom prst="ellipse">
            <a:avLst/>
          </a:prstGeom>
          <a:solidFill>
            <a:srgbClr val="FF7A12"/>
          </a:solidFill>
          <a:ln w="0">
            <a:solidFill>
              <a:srgbClr val="FF7A12"/>
            </a:solidFill>
            <a:prstDash val="solid"/>
          </a:ln>
        </p:spPr>
      </p:sp>
      <p:sp>
        <p:nvSpPr>
          <p:cNvPr id="14" name="矩形 13"/>
          <p:cNvSpPr>
            <a:spLocks noGrp="1"/>
          </p:cNvSpPr>
          <p:nvPr/>
        </p:nvSpPr>
        <p:spPr>
          <a:xfrm>
            <a:off x="1428750" y="3657600"/>
            <a:ext cx="5143500" cy="533400"/>
          </a:xfrm>
          <a:prstGeom prst="rect">
            <a:avLst/>
          </a:prstGeom>
          <a:noFill/>
          <a:ln w="0">
            <a:noFill/>
            <a:prstDash val="solid"/>
          </a:ln>
        </p:spPr>
        <p:txBody>
          <a:bodyPr/>
          <a:lstStyle/>
          <a:p>
            <a:pPr algn="l">
              <a:lnSpc>
                <a:spcPct val="108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latin typeface="微软雅黑" panose="020B0503020204020204" charset="-122"/>
                <a:ea typeface="微软雅黑" panose="020B0503020204020204" charset="-122"/>
                <a:cs typeface="微软雅黑" panose="020B0503020204020204" charset="-122"/>
              </a:rPr>
              <a:t>the father of modern bridges</a:t>
            </a:r>
            <a:endParaRPr sz="2025"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6896100" y="3657600"/>
            <a:ext cx="3714750" cy="533400"/>
          </a:xfrm>
          <a:prstGeom prst="rect">
            <a:avLst/>
          </a:prstGeom>
          <a:noFill/>
          <a:ln w="0">
            <a:noFill/>
            <a:prstDash val="solid"/>
          </a:ln>
        </p:spPr>
        <p:txBody>
          <a:bodyPr/>
          <a:lstStyle/>
          <a:p>
            <a:pPr algn="l">
              <a:lnSpc>
                <a:spcPct val="108000"/>
              </a:lnSpc>
              <a:buNone/>
              <a:defRPr sz="2025" b="0">
                <a:solidFill>
                  <a:srgbClr val="7B4B31"/>
                </a:solidFill>
                <a:latin typeface="微软雅黑" panose="020B0503020204020204" charset="-122"/>
                <a:ea typeface="微软雅黑" panose="020B0503020204020204" charset="-122"/>
                <a:cs typeface="微软雅黑" panose="020B0503020204020204" charset="-122"/>
              </a:defRPr>
            </a:pPr>
            <a:r>
              <a:rPr sz="2025" b="0">
                <a:solidFill>
                  <a:srgbClr val="7B4B31"/>
                </a:solidFill>
                <a:latin typeface="微软雅黑" panose="020B0503020204020204" charset="-122"/>
                <a:ea typeface="微软雅黑" panose="020B0503020204020204" charset="-122"/>
                <a:cs typeface="微软雅黑" panose="020B0503020204020204" charset="-122"/>
              </a:rPr>
              <a:t>现代桥梁之父</a:t>
            </a:r>
            <a:endParaRPr sz="2025" b="0">
              <a:solidFill>
                <a:srgbClr val="7B4B31"/>
              </a:solidFill>
              <a:latin typeface="微软雅黑" panose="020B0503020204020204" charset="-122"/>
              <a:ea typeface="微软雅黑" panose="020B0503020204020204" charset="-122"/>
              <a:cs typeface="微软雅黑" panose="020B0503020204020204" charset="-122"/>
            </a:endParaRPr>
          </a:p>
        </p:txBody>
      </p:sp>
      <p:sp>
        <p:nvSpPr>
          <p:cNvPr id="16" name="圆角矩形 15"/>
          <p:cNvSpPr>
            <a:spLocks noGrp="1"/>
          </p:cNvSpPr>
          <p:nvPr/>
        </p:nvSpPr>
        <p:spPr>
          <a:xfrm>
            <a:off x="876300" y="4476750"/>
            <a:ext cx="10439400" cy="819150"/>
          </a:xfrm>
          <a:prstGeom prst="roundRect">
            <a:avLst>
              <a:gd name="adj" fmla="val 16279"/>
            </a:avLst>
          </a:prstGeom>
          <a:solidFill>
            <a:srgbClr val="FFFDF8"/>
          </a:solidFill>
          <a:ln w="13335">
            <a:solidFill>
              <a:srgbClr val="FFB46C"/>
            </a:solidFill>
            <a:prstDash val="solid"/>
          </a:ln>
        </p:spPr>
      </p:sp>
      <p:sp>
        <p:nvSpPr>
          <p:cNvPr id="17" name="椭圆 16"/>
          <p:cNvSpPr>
            <a:spLocks noGrp="1"/>
          </p:cNvSpPr>
          <p:nvPr/>
        </p:nvSpPr>
        <p:spPr>
          <a:xfrm>
            <a:off x="1181100" y="4743450"/>
            <a:ext cx="76200" cy="76200"/>
          </a:xfrm>
          <a:prstGeom prst="ellipse">
            <a:avLst/>
          </a:prstGeom>
          <a:solidFill>
            <a:srgbClr val="FF7A12"/>
          </a:solidFill>
          <a:ln w="0">
            <a:solidFill>
              <a:srgbClr val="FF7A12"/>
            </a:solidFill>
            <a:prstDash val="solid"/>
          </a:ln>
        </p:spPr>
      </p:sp>
      <p:sp>
        <p:nvSpPr>
          <p:cNvPr id="18" name="矩形 17"/>
          <p:cNvSpPr>
            <a:spLocks noGrp="1"/>
          </p:cNvSpPr>
          <p:nvPr/>
        </p:nvSpPr>
        <p:spPr>
          <a:xfrm>
            <a:off x="1428750" y="4648200"/>
            <a:ext cx="5143500" cy="533400"/>
          </a:xfrm>
          <a:prstGeom prst="rect">
            <a:avLst/>
          </a:prstGeom>
          <a:noFill/>
          <a:ln w="0">
            <a:noFill/>
            <a:prstDash val="solid"/>
          </a:ln>
        </p:spPr>
        <p:txBody>
          <a:bodyPr/>
          <a:lstStyle/>
          <a:p>
            <a:pPr algn="l">
              <a:lnSpc>
                <a:spcPct val="108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latin typeface="微软雅黑" panose="020B0503020204020204" charset="-122"/>
                <a:ea typeface="微软雅黑" panose="020B0503020204020204" charset="-122"/>
                <a:cs typeface="微软雅黑" panose="020B0503020204020204" charset="-122"/>
              </a:rPr>
              <a:t>the pioneer of computer science</a:t>
            </a:r>
            <a:endParaRPr sz="2025"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6896100" y="4648200"/>
            <a:ext cx="3714750" cy="533400"/>
          </a:xfrm>
          <a:prstGeom prst="rect">
            <a:avLst/>
          </a:prstGeom>
          <a:noFill/>
          <a:ln w="0">
            <a:noFill/>
            <a:prstDash val="solid"/>
          </a:ln>
        </p:spPr>
        <p:txBody>
          <a:bodyPr/>
          <a:lstStyle/>
          <a:p>
            <a:pPr algn="l">
              <a:lnSpc>
                <a:spcPct val="108000"/>
              </a:lnSpc>
              <a:buNone/>
              <a:defRPr sz="2025" b="0">
                <a:solidFill>
                  <a:srgbClr val="7B4B31"/>
                </a:solidFill>
                <a:latin typeface="微软雅黑" panose="020B0503020204020204" charset="-122"/>
                <a:ea typeface="微软雅黑" panose="020B0503020204020204" charset="-122"/>
                <a:cs typeface="微软雅黑" panose="020B0503020204020204" charset="-122"/>
              </a:defRPr>
            </a:pPr>
            <a:r>
              <a:rPr sz="2025" b="0">
                <a:solidFill>
                  <a:srgbClr val="7B4B31"/>
                </a:solidFill>
                <a:latin typeface="微软雅黑" panose="020B0503020204020204" charset="-122"/>
                <a:ea typeface="微软雅黑" panose="020B0503020204020204" charset="-122"/>
                <a:cs typeface="微软雅黑" panose="020B0503020204020204" charset="-122"/>
              </a:rPr>
              <a:t>计算机科学的先驱</a:t>
            </a:r>
            <a:endParaRPr sz="2025" b="0">
              <a:solidFill>
                <a:srgbClr val="7B4B3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5" grpId="0"/>
      <p:bldP spid="1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 name="图片 19"/>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810500" cy="876300"/>
          </a:xfrm>
          <a:prstGeom prst="rect">
            <a:avLst/>
          </a:prstGeom>
          <a:solidFill>
            <a:srgbClr val="F4F2EF"/>
          </a:solidFill>
          <a:ln w="0">
            <a:noFill/>
            <a:prstDash val="solid"/>
          </a:ln>
        </p:spPr>
      </p:sp>
      <p:sp>
        <p:nvSpPr>
          <p:cNvPr id="3" name="矩形 2"/>
          <p:cNvSpPr>
            <a:spLocks noGrp="1"/>
          </p:cNvSpPr>
          <p:nvPr/>
        </p:nvSpPr>
        <p:spPr>
          <a:xfrm>
            <a:off x="819150" y="628650"/>
            <a:ext cx="7486650" cy="723900"/>
          </a:xfrm>
          <a:prstGeom prst="rect">
            <a:avLst/>
          </a:prstGeom>
          <a:noFill/>
          <a:ln w="0">
            <a:noFill/>
            <a:prstDash val="solid"/>
          </a:ln>
        </p:spPr>
        <p:txBody>
          <a:bodyPr/>
          <a:lstStyle/>
          <a:p>
            <a:pPr algn="l">
              <a:lnSpc>
                <a:spcPct val="100000"/>
              </a:lnSpc>
              <a:buNone/>
              <a:defRPr sz="2400" b="1">
                <a:solidFill>
                  <a:srgbClr val="0F0A06"/>
                </a:solidFill>
                <a:latin typeface="微软雅黑" panose="020B0503020204020204" charset="-122"/>
                <a:ea typeface="微软雅黑" panose="020B0503020204020204" charset="-122"/>
                <a:cs typeface="微软雅黑" panose="020B0503020204020204" charset="-122"/>
              </a:defRPr>
            </a:pPr>
            <a:r>
              <a:rPr sz="2400" b="1">
                <a:solidFill>
                  <a:srgbClr val="0F0A06"/>
                </a:solidFill>
                <a:latin typeface="微软雅黑" panose="020B0503020204020204" charset="-122"/>
                <a:ea typeface="微软雅黑" panose="020B0503020204020204" charset="-122"/>
                <a:cs typeface="微软雅黑" panose="020B0503020204020204" charset="-122"/>
              </a:rPr>
              <a:t>2. 人物品质类短语（单元课文核心+高频）</a:t>
            </a:r>
            <a:endParaRPr sz="2400" b="1">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504950"/>
            <a:ext cx="10439400" cy="819150"/>
          </a:xfrm>
          <a:prstGeom prst="roundRect">
            <a:avLst>
              <a:gd name="adj" fmla="val 16279"/>
            </a:avLst>
          </a:prstGeom>
          <a:solidFill>
            <a:srgbClr val="FFF8EF"/>
          </a:solidFill>
          <a:ln w="13335">
            <a:solidFill>
              <a:srgbClr val="FFB46C"/>
            </a:solidFill>
            <a:prstDash val="solid"/>
          </a:ln>
        </p:spPr>
      </p:sp>
      <p:sp>
        <p:nvSpPr>
          <p:cNvPr id="5" name="椭圆 4"/>
          <p:cNvSpPr>
            <a:spLocks noGrp="1"/>
          </p:cNvSpPr>
          <p:nvPr/>
        </p:nvSpPr>
        <p:spPr>
          <a:xfrm>
            <a:off x="1181100" y="1771650"/>
            <a:ext cx="76200" cy="76200"/>
          </a:xfrm>
          <a:prstGeom prst="ellipse">
            <a:avLst/>
          </a:prstGeom>
          <a:solidFill>
            <a:srgbClr val="FF7A12"/>
          </a:solidFill>
          <a:ln w="0">
            <a:solidFill>
              <a:srgbClr val="FF7A12"/>
            </a:solidFill>
            <a:prstDash val="solid"/>
          </a:ln>
        </p:spPr>
      </p:sp>
      <p:sp>
        <p:nvSpPr>
          <p:cNvPr id="6" name="矩形 5"/>
          <p:cNvSpPr>
            <a:spLocks noGrp="1"/>
          </p:cNvSpPr>
          <p:nvPr/>
        </p:nvSpPr>
        <p:spPr>
          <a:xfrm>
            <a:off x="1428750" y="1676400"/>
            <a:ext cx="5143500" cy="533400"/>
          </a:xfrm>
          <a:prstGeom prst="rect">
            <a:avLst/>
          </a:prstGeom>
          <a:noFill/>
          <a:ln w="0">
            <a:noFill/>
            <a:prstDash val="solid"/>
          </a:ln>
        </p:spPr>
        <p:txBody>
          <a:bodyPr/>
          <a:lstStyle/>
          <a:p>
            <a:pPr algn="l">
              <a:lnSpc>
                <a:spcPct val="108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latin typeface="微软雅黑" panose="020B0503020204020204" charset="-122"/>
                <a:ea typeface="微软雅黑" panose="020B0503020204020204" charset="-122"/>
                <a:cs typeface="微软雅黑" panose="020B0503020204020204" charset="-122"/>
              </a:rPr>
              <a:t>full of courage and wisdom</a:t>
            </a:r>
            <a:endParaRPr sz="2025"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6896100" y="1676400"/>
            <a:ext cx="3714750" cy="533400"/>
          </a:xfrm>
          <a:prstGeom prst="rect">
            <a:avLst/>
          </a:prstGeom>
          <a:noFill/>
          <a:ln w="0">
            <a:noFill/>
            <a:prstDash val="solid"/>
          </a:ln>
        </p:spPr>
        <p:txBody>
          <a:bodyPr/>
          <a:lstStyle/>
          <a:p>
            <a:pPr algn="l">
              <a:lnSpc>
                <a:spcPct val="108000"/>
              </a:lnSpc>
              <a:buNone/>
              <a:defRPr sz="2025" b="0">
                <a:solidFill>
                  <a:srgbClr val="7B4B31"/>
                </a:solidFill>
                <a:latin typeface="微软雅黑" panose="020B0503020204020204" charset="-122"/>
                <a:ea typeface="微软雅黑" panose="020B0503020204020204" charset="-122"/>
                <a:cs typeface="微软雅黑" panose="020B0503020204020204" charset="-122"/>
              </a:defRPr>
            </a:pPr>
            <a:r>
              <a:rPr sz="2025" b="0">
                <a:solidFill>
                  <a:srgbClr val="7B4B31"/>
                </a:solidFill>
                <a:latin typeface="微软雅黑" panose="020B0503020204020204" charset="-122"/>
                <a:ea typeface="微软雅黑" panose="020B0503020204020204" charset="-122"/>
                <a:cs typeface="微软雅黑" panose="020B0503020204020204" charset="-122"/>
              </a:rPr>
              <a:t>充满勇气与智慧</a:t>
            </a:r>
            <a:endParaRPr sz="2025" b="0">
              <a:solidFill>
                <a:srgbClr val="7B4B31"/>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495550"/>
            <a:ext cx="10439400" cy="819150"/>
          </a:xfrm>
          <a:prstGeom prst="roundRect">
            <a:avLst>
              <a:gd name="adj" fmla="val 16279"/>
            </a:avLst>
          </a:prstGeom>
          <a:solidFill>
            <a:srgbClr val="FFFDF8"/>
          </a:solidFill>
          <a:ln w="13335">
            <a:solidFill>
              <a:srgbClr val="FFB46C"/>
            </a:solidFill>
            <a:prstDash val="solid"/>
          </a:ln>
        </p:spPr>
      </p:sp>
      <p:sp>
        <p:nvSpPr>
          <p:cNvPr id="9" name="椭圆 8"/>
          <p:cNvSpPr>
            <a:spLocks noGrp="1"/>
          </p:cNvSpPr>
          <p:nvPr/>
        </p:nvSpPr>
        <p:spPr>
          <a:xfrm>
            <a:off x="1181100" y="2762250"/>
            <a:ext cx="76200" cy="76200"/>
          </a:xfrm>
          <a:prstGeom prst="ellipse">
            <a:avLst/>
          </a:prstGeom>
          <a:solidFill>
            <a:srgbClr val="FF7A12"/>
          </a:solidFill>
          <a:ln w="0">
            <a:solidFill>
              <a:srgbClr val="FF7A12"/>
            </a:solidFill>
            <a:prstDash val="solid"/>
          </a:ln>
        </p:spPr>
      </p:sp>
      <p:sp>
        <p:nvSpPr>
          <p:cNvPr id="10" name="矩形 9"/>
          <p:cNvSpPr>
            <a:spLocks noGrp="1"/>
          </p:cNvSpPr>
          <p:nvPr/>
        </p:nvSpPr>
        <p:spPr>
          <a:xfrm>
            <a:off x="1428750" y="2667000"/>
            <a:ext cx="5143500" cy="533400"/>
          </a:xfrm>
          <a:prstGeom prst="rect">
            <a:avLst/>
          </a:prstGeom>
          <a:noFill/>
          <a:ln w="0">
            <a:noFill/>
            <a:prstDash val="solid"/>
          </a:ln>
        </p:spPr>
        <p:txBody>
          <a:bodyPr/>
          <a:lstStyle/>
          <a:p>
            <a:pPr algn="l">
              <a:lnSpc>
                <a:spcPct val="108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latin typeface="微软雅黑" panose="020B0503020204020204" charset="-122"/>
                <a:ea typeface="微软雅黑" panose="020B0503020204020204" charset="-122"/>
                <a:cs typeface="微软雅黑" panose="020B0503020204020204" charset="-122"/>
              </a:rPr>
              <a:t>brave and hard-working</a:t>
            </a:r>
            <a:endParaRPr sz="2025"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6896100" y="2667000"/>
            <a:ext cx="3714750" cy="533400"/>
          </a:xfrm>
          <a:prstGeom prst="rect">
            <a:avLst/>
          </a:prstGeom>
          <a:noFill/>
          <a:ln w="0">
            <a:noFill/>
            <a:prstDash val="solid"/>
          </a:ln>
        </p:spPr>
        <p:txBody>
          <a:bodyPr/>
          <a:lstStyle/>
          <a:p>
            <a:pPr algn="l">
              <a:lnSpc>
                <a:spcPct val="108000"/>
              </a:lnSpc>
              <a:buNone/>
              <a:defRPr sz="2025" b="0">
                <a:solidFill>
                  <a:srgbClr val="7B4B31"/>
                </a:solidFill>
                <a:latin typeface="微软雅黑" panose="020B0503020204020204" charset="-122"/>
                <a:ea typeface="微软雅黑" panose="020B0503020204020204" charset="-122"/>
                <a:cs typeface="微软雅黑" panose="020B0503020204020204" charset="-122"/>
              </a:defRPr>
            </a:pPr>
            <a:r>
              <a:rPr sz="2025" b="0">
                <a:solidFill>
                  <a:srgbClr val="7B4B31"/>
                </a:solidFill>
                <a:latin typeface="微软雅黑" panose="020B0503020204020204" charset="-122"/>
                <a:ea typeface="微软雅黑" panose="020B0503020204020204" charset="-122"/>
                <a:cs typeface="微软雅黑" panose="020B0503020204020204" charset="-122"/>
              </a:rPr>
              <a:t>勇敢且勤奋</a:t>
            </a:r>
            <a:endParaRPr sz="2025" b="0">
              <a:solidFill>
                <a:srgbClr val="7B4B31"/>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a:spLocks noGrp="1"/>
          </p:cNvSpPr>
          <p:nvPr/>
        </p:nvSpPr>
        <p:spPr>
          <a:xfrm>
            <a:off x="876300" y="3486150"/>
            <a:ext cx="10439400" cy="819150"/>
          </a:xfrm>
          <a:prstGeom prst="roundRect">
            <a:avLst>
              <a:gd name="adj" fmla="val 16279"/>
            </a:avLst>
          </a:prstGeom>
          <a:solidFill>
            <a:srgbClr val="FFF8EF"/>
          </a:solidFill>
          <a:ln w="13335">
            <a:solidFill>
              <a:srgbClr val="FFB46C"/>
            </a:solidFill>
            <a:prstDash val="solid"/>
          </a:ln>
        </p:spPr>
      </p:sp>
      <p:sp>
        <p:nvSpPr>
          <p:cNvPr id="13" name="椭圆 12"/>
          <p:cNvSpPr>
            <a:spLocks noGrp="1"/>
          </p:cNvSpPr>
          <p:nvPr/>
        </p:nvSpPr>
        <p:spPr>
          <a:xfrm>
            <a:off x="1181100" y="3752850"/>
            <a:ext cx="76200" cy="76200"/>
          </a:xfrm>
          <a:prstGeom prst="ellipse">
            <a:avLst/>
          </a:prstGeom>
          <a:solidFill>
            <a:srgbClr val="FF7A12"/>
          </a:solidFill>
          <a:ln w="0">
            <a:solidFill>
              <a:srgbClr val="FF7A12"/>
            </a:solidFill>
            <a:prstDash val="solid"/>
          </a:ln>
        </p:spPr>
      </p:sp>
      <p:sp>
        <p:nvSpPr>
          <p:cNvPr id="14" name="矩形 13"/>
          <p:cNvSpPr>
            <a:spLocks noGrp="1"/>
          </p:cNvSpPr>
          <p:nvPr/>
        </p:nvSpPr>
        <p:spPr>
          <a:xfrm>
            <a:off x="1428750" y="3657600"/>
            <a:ext cx="5143500" cy="533400"/>
          </a:xfrm>
          <a:prstGeom prst="rect">
            <a:avLst/>
          </a:prstGeom>
          <a:noFill/>
          <a:ln w="0">
            <a:noFill/>
            <a:prstDash val="solid"/>
          </a:ln>
        </p:spPr>
        <p:txBody>
          <a:bodyPr/>
          <a:lstStyle/>
          <a:p>
            <a:pPr algn="l">
              <a:lnSpc>
                <a:spcPct val="108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latin typeface="微软雅黑" panose="020B0503020204020204" charset="-122"/>
                <a:ea typeface="微软雅黑" panose="020B0503020204020204" charset="-122"/>
                <a:cs typeface="微软雅黑" panose="020B0503020204020204" charset="-122"/>
              </a:rPr>
              <a:t>creative and curious</a:t>
            </a:r>
            <a:endParaRPr sz="2025"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6896100" y="3657600"/>
            <a:ext cx="3714750" cy="533400"/>
          </a:xfrm>
          <a:prstGeom prst="rect">
            <a:avLst/>
          </a:prstGeom>
          <a:noFill/>
          <a:ln w="0">
            <a:noFill/>
            <a:prstDash val="solid"/>
          </a:ln>
        </p:spPr>
        <p:txBody>
          <a:bodyPr/>
          <a:lstStyle/>
          <a:p>
            <a:pPr algn="l">
              <a:lnSpc>
                <a:spcPct val="108000"/>
              </a:lnSpc>
              <a:buNone/>
              <a:defRPr sz="2025" b="0">
                <a:solidFill>
                  <a:srgbClr val="7B4B31"/>
                </a:solidFill>
                <a:latin typeface="微软雅黑" panose="020B0503020204020204" charset="-122"/>
                <a:ea typeface="微软雅黑" panose="020B0503020204020204" charset="-122"/>
                <a:cs typeface="微软雅黑" panose="020B0503020204020204" charset="-122"/>
              </a:defRPr>
            </a:pPr>
            <a:r>
              <a:rPr sz="2025" b="0">
                <a:solidFill>
                  <a:srgbClr val="7B4B31"/>
                </a:solidFill>
                <a:latin typeface="微软雅黑" panose="020B0503020204020204" charset="-122"/>
                <a:ea typeface="微软雅黑" panose="020B0503020204020204" charset="-122"/>
                <a:cs typeface="微软雅黑" panose="020B0503020204020204" charset="-122"/>
              </a:rPr>
              <a:t>富有创造力与好奇心</a:t>
            </a:r>
            <a:endParaRPr sz="2025" b="0">
              <a:solidFill>
                <a:srgbClr val="7B4B31"/>
              </a:solidFill>
              <a:latin typeface="微软雅黑" panose="020B0503020204020204" charset="-122"/>
              <a:ea typeface="微软雅黑" panose="020B0503020204020204" charset="-122"/>
              <a:cs typeface="微软雅黑" panose="020B0503020204020204" charset="-122"/>
            </a:endParaRPr>
          </a:p>
        </p:txBody>
      </p:sp>
      <p:sp>
        <p:nvSpPr>
          <p:cNvPr id="16" name="圆角矩形 15"/>
          <p:cNvSpPr>
            <a:spLocks noGrp="1"/>
          </p:cNvSpPr>
          <p:nvPr/>
        </p:nvSpPr>
        <p:spPr>
          <a:xfrm>
            <a:off x="876300" y="4476750"/>
            <a:ext cx="10439400" cy="819150"/>
          </a:xfrm>
          <a:prstGeom prst="roundRect">
            <a:avLst>
              <a:gd name="adj" fmla="val 16279"/>
            </a:avLst>
          </a:prstGeom>
          <a:solidFill>
            <a:srgbClr val="FFFDF8"/>
          </a:solidFill>
          <a:ln w="13335">
            <a:solidFill>
              <a:srgbClr val="FFB46C"/>
            </a:solidFill>
            <a:prstDash val="solid"/>
          </a:ln>
        </p:spPr>
      </p:sp>
      <p:sp>
        <p:nvSpPr>
          <p:cNvPr id="17" name="椭圆 16"/>
          <p:cNvSpPr>
            <a:spLocks noGrp="1"/>
          </p:cNvSpPr>
          <p:nvPr/>
        </p:nvSpPr>
        <p:spPr>
          <a:xfrm>
            <a:off x="1181100" y="4743450"/>
            <a:ext cx="76200" cy="76200"/>
          </a:xfrm>
          <a:prstGeom prst="ellipse">
            <a:avLst/>
          </a:prstGeom>
          <a:solidFill>
            <a:srgbClr val="FF7A12"/>
          </a:solidFill>
          <a:ln w="0">
            <a:solidFill>
              <a:srgbClr val="FF7A12"/>
            </a:solidFill>
            <a:prstDash val="solid"/>
          </a:ln>
        </p:spPr>
      </p:sp>
      <p:sp>
        <p:nvSpPr>
          <p:cNvPr id="18" name="矩形 17"/>
          <p:cNvSpPr>
            <a:spLocks noGrp="1"/>
          </p:cNvSpPr>
          <p:nvPr/>
        </p:nvSpPr>
        <p:spPr>
          <a:xfrm>
            <a:off x="1428750" y="4648200"/>
            <a:ext cx="5143500" cy="533400"/>
          </a:xfrm>
          <a:prstGeom prst="rect">
            <a:avLst/>
          </a:prstGeom>
          <a:noFill/>
          <a:ln w="0">
            <a:noFill/>
            <a:prstDash val="solid"/>
          </a:ln>
        </p:spPr>
        <p:txBody>
          <a:bodyPr/>
          <a:lstStyle/>
          <a:p>
            <a:pPr algn="l">
              <a:lnSpc>
                <a:spcPct val="108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latin typeface="微软雅黑" panose="020B0503020204020204" charset="-122"/>
                <a:ea typeface="微软雅黑" panose="020B0503020204020204" charset="-122"/>
                <a:cs typeface="微软雅黑" panose="020B0503020204020204" charset="-122"/>
              </a:rPr>
              <a:t>dedicated and selfless</a:t>
            </a:r>
            <a:endParaRPr sz="2025"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6896100" y="4648200"/>
            <a:ext cx="3714750" cy="533400"/>
          </a:xfrm>
          <a:prstGeom prst="rect">
            <a:avLst/>
          </a:prstGeom>
          <a:noFill/>
          <a:ln w="0">
            <a:noFill/>
            <a:prstDash val="solid"/>
          </a:ln>
        </p:spPr>
        <p:txBody>
          <a:bodyPr/>
          <a:lstStyle/>
          <a:p>
            <a:pPr algn="l">
              <a:lnSpc>
                <a:spcPct val="108000"/>
              </a:lnSpc>
              <a:buNone/>
              <a:defRPr sz="2025" b="0">
                <a:solidFill>
                  <a:srgbClr val="7B4B31"/>
                </a:solidFill>
                <a:latin typeface="微软雅黑" panose="020B0503020204020204" charset="-122"/>
                <a:ea typeface="微软雅黑" panose="020B0503020204020204" charset="-122"/>
                <a:cs typeface="微软雅黑" panose="020B0503020204020204" charset="-122"/>
              </a:defRPr>
            </a:pPr>
            <a:r>
              <a:rPr sz="2025" b="0">
                <a:solidFill>
                  <a:srgbClr val="7B4B31"/>
                </a:solidFill>
                <a:latin typeface="微软雅黑" panose="020B0503020204020204" charset="-122"/>
                <a:ea typeface="微软雅黑" panose="020B0503020204020204" charset="-122"/>
                <a:cs typeface="微软雅黑" panose="020B0503020204020204" charset="-122"/>
              </a:rPr>
              <a:t>甘于奉献、无私忘我</a:t>
            </a:r>
            <a:endParaRPr sz="2025" b="0">
              <a:solidFill>
                <a:srgbClr val="7B4B3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5" grpId="0"/>
      <p:bldP spid="1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6" name="图片 15"/>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810500" cy="876300"/>
          </a:xfrm>
          <a:prstGeom prst="rect">
            <a:avLst/>
          </a:prstGeom>
          <a:solidFill>
            <a:srgbClr val="F4F2EF"/>
          </a:solidFill>
          <a:ln w="0">
            <a:noFill/>
            <a:prstDash val="solid"/>
          </a:ln>
        </p:spPr>
      </p:sp>
      <p:sp>
        <p:nvSpPr>
          <p:cNvPr id="3" name="矩形 2"/>
          <p:cNvSpPr>
            <a:spLocks noGrp="1"/>
          </p:cNvSpPr>
          <p:nvPr/>
        </p:nvSpPr>
        <p:spPr>
          <a:xfrm>
            <a:off x="819150" y="628650"/>
            <a:ext cx="7486650" cy="723900"/>
          </a:xfrm>
          <a:prstGeom prst="rect">
            <a:avLst/>
          </a:prstGeom>
          <a:noFill/>
          <a:ln w="0">
            <a:noFill/>
            <a:prstDash val="solid"/>
          </a:ln>
        </p:spPr>
        <p:txBody>
          <a:bodyPr/>
          <a:lstStyle/>
          <a:p>
            <a:pPr algn="l">
              <a:lnSpc>
                <a:spcPct val="100000"/>
              </a:lnSpc>
              <a:buNone/>
              <a:defRPr sz="2400" b="1">
                <a:solidFill>
                  <a:srgbClr val="0F0A06"/>
                </a:solidFill>
                <a:latin typeface="微软雅黑" panose="020B0503020204020204" charset="-122"/>
                <a:ea typeface="微软雅黑" panose="020B0503020204020204" charset="-122"/>
                <a:cs typeface="微软雅黑" panose="020B0503020204020204" charset="-122"/>
              </a:defRPr>
            </a:pPr>
            <a:r>
              <a:rPr sz="2400" b="1">
                <a:solidFill>
                  <a:srgbClr val="0F0A06"/>
                </a:solidFill>
                <a:latin typeface="微软雅黑" panose="020B0503020204020204" charset="-122"/>
                <a:ea typeface="微软雅黑" panose="020B0503020204020204" charset="-122"/>
                <a:cs typeface="微软雅黑" panose="020B0503020204020204" charset="-122"/>
              </a:rPr>
              <a:t>2. 人物品质类短语（单元课文核心+高频）</a:t>
            </a:r>
            <a:endParaRPr sz="2400" b="1">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504950"/>
            <a:ext cx="10439400" cy="819150"/>
          </a:xfrm>
          <a:prstGeom prst="roundRect">
            <a:avLst>
              <a:gd name="adj" fmla="val 16279"/>
            </a:avLst>
          </a:prstGeom>
          <a:solidFill>
            <a:srgbClr val="FFF8EF"/>
          </a:solidFill>
          <a:ln w="13335">
            <a:solidFill>
              <a:srgbClr val="FFB46C"/>
            </a:solidFill>
            <a:prstDash val="solid"/>
          </a:ln>
        </p:spPr>
      </p:sp>
      <p:sp>
        <p:nvSpPr>
          <p:cNvPr id="5" name="椭圆 4"/>
          <p:cNvSpPr>
            <a:spLocks noGrp="1"/>
          </p:cNvSpPr>
          <p:nvPr/>
        </p:nvSpPr>
        <p:spPr>
          <a:xfrm>
            <a:off x="1181100" y="1771650"/>
            <a:ext cx="76200" cy="76200"/>
          </a:xfrm>
          <a:prstGeom prst="ellipse">
            <a:avLst/>
          </a:prstGeom>
          <a:solidFill>
            <a:srgbClr val="FF7A12"/>
          </a:solidFill>
          <a:ln w="0">
            <a:solidFill>
              <a:srgbClr val="FF7A12"/>
            </a:solidFill>
            <a:prstDash val="solid"/>
          </a:ln>
        </p:spPr>
      </p:sp>
      <p:sp>
        <p:nvSpPr>
          <p:cNvPr id="6" name="矩形 5"/>
          <p:cNvSpPr>
            <a:spLocks noGrp="1"/>
          </p:cNvSpPr>
          <p:nvPr/>
        </p:nvSpPr>
        <p:spPr>
          <a:xfrm>
            <a:off x="1428750" y="1676400"/>
            <a:ext cx="5143500" cy="533400"/>
          </a:xfrm>
          <a:prstGeom prst="rect">
            <a:avLst/>
          </a:prstGeom>
          <a:noFill/>
          <a:ln w="0">
            <a:noFill/>
            <a:prstDash val="solid"/>
          </a:ln>
        </p:spPr>
        <p:txBody>
          <a:bodyPr/>
          <a:lstStyle/>
          <a:p>
            <a:pPr algn="l">
              <a:lnSpc>
                <a:spcPct val="108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latin typeface="微软雅黑" panose="020B0503020204020204" charset="-122"/>
                <a:ea typeface="微软雅黑" panose="020B0503020204020204" charset="-122"/>
                <a:cs typeface="微软雅黑" panose="020B0503020204020204" charset="-122"/>
              </a:rPr>
              <a:t>never give up</a:t>
            </a:r>
            <a:endParaRPr sz="2025"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6896100" y="1676400"/>
            <a:ext cx="3714750" cy="533400"/>
          </a:xfrm>
          <a:prstGeom prst="rect">
            <a:avLst/>
          </a:prstGeom>
          <a:noFill/>
          <a:ln w="0">
            <a:noFill/>
            <a:prstDash val="solid"/>
          </a:ln>
        </p:spPr>
        <p:txBody>
          <a:bodyPr/>
          <a:lstStyle/>
          <a:p>
            <a:pPr algn="l">
              <a:lnSpc>
                <a:spcPct val="108000"/>
              </a:lnSpc>
              <a:buNone/>
              <a:defRPr sz="2025" b="0">
                <a:solidFill>
                  <a:srgbClr val="7B4B31"/>
                </a:solidFill>
                <a:latin typeface="微软雅黑" panose="020B0503020204020204" charset="-122"/>
                <a:ea typeface="微软雅黑" panose="020B0503020204020204" charset="-122"/>
                <a:cs typeface="微软雅黑" panose="020B0503020204020204" charset="-122"/>
              </a:defRPr>
            </a:pPr>
            <a:r>
              <a:rPr sz="2025" b="0">
                <a:solidFill>
                  <a:srgbClr val="7B4B31"/>
                </a:solidFill>
                <a:latin typeface="微软雅黑" panose="020B0503020204020204" charset="-122"/>
                <a:ea typeface="微软雅黑" panose="020B0503020204020204" charset="-122"/>
                <a:cs typeface="微软雅黑" panose="020B0503020204020204" charset="-122"/>
              </a:rPr>
              <a:t>永不言弃</a:t>
            </a:r>
            <a:endParaRPr sz="2025" b="0">
              <a:solidFill>
                <a:srgbClr val="7B4B31"/>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495550"/>
            <a:ext cx="10439400" cy="819150"/>
          </a:xfrm>
          <a:prstGeom prst="roundRect">
            <a:avLst>
              <a:gd name="adj" fmla="val 16279"/>
            </a:avLst>
          </a:prstGeom>
          <a:solidFill>
            <a:srgbClr val="FFFDF8"/>
          </a:solidFill>
          <a:ln w="13335">
            <a:solidFill>
              <a:srgbClr val="FFB46C"/>
            </a:solidFill>
            <a:prstDash val="solid"/>
          </a:ln>
        </p:spPr>
      </p:sp>
      <p:sp>
        <p:nvSpPr>
          <p:cNvPr id="9" name="椭圆 8"/>
          <p:cNvSpPr>
            <a:spLocks noGrp="1"/>
          </p:cNvSpPr>
          <p:nvPr/>
        </p:nvSpPr>
        <p:spPr>
          <a:xfrm>
            <a:off x="1181100" y="2762250"/>
            <a:ext cx="76200" cy="76200"/>
          </a:xfrm>
          <a:prstGeom prst="ellipse">
            <a:avLst/>
          </a:prstGeom>
          <a:solidFill>
            <a:srgbClr val="FF7A12"/>
          </a:solidFill>
          <a:ln w="0">
            <a:solidFill>
              <a:srgbClr val="FF7A12"/>
            </a:solidFill>
            <a:prstDash val="solid"/>
          </a:ln>
        </p:spPr>
      </p:sp>
      <p:sp>
        <p:nvSpPr>
          <p:cNvPr id="10" name="矩形 9"/>
          <p:cNvSpPr>
            <a:spLocks noGrp="1"/>
          </p:cNvSpPr>
          <p:nvPr/>
        </p:nvSpPr>
        <p:spPr>
          <a:xfrm>
            <a:off x="1428750" y="2667000"/>
            <a:ext cx="5143500" cy="533400"/>
          </a:xfrm>
          <a:prstGeom prst="rect">
            <a:avLst/>
          </a:prstGeom>
          <a:noFill/>
          <a:ln w="0">
            <a:noFill/>
            <a:prstDash val="solid"/>
          </a:ln>
        </p:spPr>
        <p:txBody>
          <a:bodyPr/>
          <a:lstStyle/>
          <a:p>
            <a:pPr algn="l">
              <a:lnSpc>
                <a:spcPct val="108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latin typeface="微软雅黑" panose="020B0503020204020204" charset="-122"/>
                <a:ea typeface="微软雅黑" panose="020B0503020204020204" charset="-122"/>
                <a:cs typeface="微软雅黑" panose="020B0503020204020204" charset="-122"/>
              </a:rPr>
              <a:t>be thirsty for knowledge</a:t>
            </a:r>
            <a:endParaRPr sz="2025"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6896100" y="2667000"/>
            <a:ext cx="3714750" cy="533400"/>
          </a:xfrm>
          <a:prstGeom prst="rect">
            <a:avLst/>
          </a:prstGeom>
          <a:noFill/>
          <a:ln w="0">
            <a:noFill/>
            <a:prstDash val="solid"/>
          </a:ln>
        </p:spPr>
        <p:txBody>
          <a:bodyPr/>
          <a:lstStyle/>
          <a:p>
            <a:pPr algn="l">
              <a:lnSpc>
                <a:spcPct val="108000"/>
              </a:lnSpc>
              <a:buNone/>
              <a:defRPr sz="2025" b="0">
                <a:solidFill>
                  <a:srgbClr val="7B4B31"/>
                </a:solidFill>
                <a:latin typeface="微软雅黑" panose="020B0503020204020204" charset="-122"/>
                <a:ea typeface="微软雅黑" panose="020B0503020204020204" charset="-122"/>
                <a:cs typeface="微软雅黑" panose="020B0503020204020204" charset="-122"/>
              </a:defRPr>
            </a:pPr>
            <a:r>
              <a:rPr sz="2025" b="0">
                <a:solidFill>
                  <a:srgbClr val="7B4B31"/>
                </a:solidFill>
                <a:latin typeface="微软雅黑" panose="020B0503020204020204" charset="-122"/>
                <a:ea typeface="微软雅黑" panose="020B0503020204020204" charset="-122"/>
                <a:cs typeface="微软雅黑" panose="020B0503020204020204" charset="-122"/>
              </a:rPr>
              <a:t>渴求知识</a:t>
            </a:r>
            <a:endParaRPr sz="2025" b="0">
              <a:solidFill>
                <a:srgbClr val="7B4B31"/>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a:spLocks noGrp="1"/>
          </p:cNvSpPr>
          <p:nvPr/>
        </p:nvSpPr>
        <p:spPr>
          <a:xfrm>
            <a:off x="876300" y="3486150"/>
            <a:ext cx="10439400" cy="819150"/>
          </a:xfrm>
          <a:prstGeom prst="roundRect">
            <a:avLst>
              <a:gd name="adj" fmla="val 16279"/>
            </a:avLst>
          </a:prstGeom>
          <a:solidFill>
            <a:srgbClr val="FFF8EF"/>
          </a:solidFill>
          <a:ln w="13335">
            <a:solidFill>
              <a:srgbClr val="FFB46C"/>
            </a:solidFill>
            <a:prstDash val="solid"/>
          </a:ln>
        </p:spPr>
      </p:sp>
      <p:sp>
        <p:nvSpPr>
          <p:cNvPr id="13" name="椭圆 12"/>
          <p:cNvSpPr>
            <a:spLocks noGrp="1"/>
          </p:cNvSpPr>
          <p:nvPr/>
        </p:nvSpPr>
        <p:spPr>
          <a:xfrm>
            <a:off x="1181100" y="3752850"/>
            <a:ext cx="76200" cy="76200"/>
          </a:xfrm>
          <a:prstGeom prst="ellipse">
            <a:avLst/>
          </a:prstGeom>
          <a:solidFill>
            <a:srgbClr val="FF7A12"/>
          </a:solidFill>
          <a:ln w="0">
            <a:solidFill>
              <a:srgbClr val="FF7A12"/>
            </a:solidFill>
            <a:prstDash val="solid"/>
          </a:ln>
        </p:spPr>
      </p:sp>
      <p:sp>
        <p:nvSpPr>
          <p:cNvPr id="14" name="矩形 13"/>
          <p:cNvSpPr>
            <a:spLocks noGrp="1"/>
          </p:cNvSpPr>
          <p:nvPr/>
        </p:nvSpPr>
        <p:spPr>
          <a:xfrm>
            <a:off x="1428750" y="3657600"/>
            <a:ext cx="5143500" cy="533400"/>
          </a:xfrm>
          <a:prstGeom prst="rect">
            <a:avLst/>
          </a:prstGeom>
          <a:noFill/>
          <a:ln w="0">
            <a:noFill/>
            <a:prstDash val="solid"/>
          </a:ln>
        </p:spPr>
        <p:txBody>
          <a:bodyPr/>
          <a:lstStyle/>
          <a:p>
            <a:pPr algn="l">
              <a:lnSpc>
                <a:spcPct val="108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latin typeface="微软雅黑" panose="020B0503020204020204" charset="-122"/>
                <a:ea typeface="微软雅黑" panose="020B0503020204020204" charset="-122"/>
                <a:cs typeface="微软雅黑" panose="020B0503020204020204" charset="-122"/>
              </a:rPr>
              <a:t>have a strong will</a:t>
            </a:r>
            <a:endParaRPr sz="2025"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6896100" y="3657600"/>
            <a:ext cx="3714750" cy="533400"/>
          </a:xfrm>
          <a:prstGeom prst="rect">
            <a:avLst/>
          </a:prstGeom>
          <a:noFill/>
          <a:ln w="0">
            <a:noFill/>
            <a:prstDash val="solid"/>
          </a:ln>
        </p:spPr>
        <p:txBody>
          <a:bodyPr/>
          <a:lstStyle/>
          <a:p>
            <a:pPr algn="l">
              <a:lnSpc>
                <a:spcPct val="108000"/>
              </a:lnSpc>
              <a:buNone/>
              <a:defRPr sz="2025" b="0">
                <a:solidFill>
                  <a:srgbClr val="7B4B31"/>
                </a:solidFill>
                <a:latin typeface="微软雅黑" panose="020B0503020204020204" charset="-122"/>
                <a:ea typeface="微软雅黑" panose="020B0503020204020204" charset="-122"/>
                <a:cs typeface="微软雅黑" panose="020B0503020204020204" charset="-122"/>
              </a:defRPr>
            </a:pPr>
            <a:r>
              <a:rPr sz="2025" b="0">
                <a:solidFill>
                  <a:srgbClr val="7B4B31"/>
                </a:solidFill>
                <a:latin typeface="微软雅黑" panose="020B0503020204020204" charset="-122"/>
                <a:ea typeface="微软雅黑" panose="020B0503020204020204" charset="-122"/>
                <a:cs typeface="微软雅黑" panose="020B0503020204020204" charset="-122"/>
              </a:rPr>
              <a:t>拥有坚定的意志</a:t>
            </a:r>
            <a:endParaRPr sz="2025" b="0">
              <a:solidFill>
                <a:srgbClr val="7B4B3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 name="图片 19"/>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810500" cy="876300"/>
          </a:xfrm>
          <a:prstGeom prst="rect">
            <a:avLst/>
          </a:prstGeom>
          <a:solidFill>
            <a:srgbClr val="F4F2EF"/>
          </a:solidFill>
          <a:ln w="0">
            <a:noFill/>
            <a:prstDash val="solid"/>
          </a:ln>
        </p:spPr>
      </p:sp>
      <p:sp>
        <p:nvSpPr>
          <p:cNvPr id="3" name="矩形 2"/>
          <p:cNvSpPr>
            <a:spLocks noGrp="1"/>
          </p:cNvSpPr>
          <p:nvPr/>
        </p:nvSpPr>
        <p:spPr>
          <a:xfrm>
            <a:off x="819150" y="628650"/>
            <a:ext cx="7486650" cy="723900"/>
          </a:xfrm>
          <a:prstGeom prst="rect">
            <a:avLst/>
          </a:prstGeom>
          <a:noFill/>
          <a:ln w="0">
            <a:noFill/>
            <a:prstDash val="solid"/>
          </a:ln>
        </p:spPr>
        <p:txBody>
          <a:bodyPr/>
          <a:lstStyle/>
          <a:p>
            <a:pPr algn="l">
              <a:lnSpc>
                <a:spcPct val="100000"/>
              </a:lnSpc>
              <a:buNone/>
              <a:defRPr sz="2400" b="1">
                <a:solidFill>
                  <a:srgbClr val="0F0A06"/>
                </a:solidFill>
                <a:latin typeface="微软雅黑" panose="020B0503020204020204" charset="-122"/>
                <a:ea typeface="微软雅黑" panose="020B0503020204020204" charset="-122"/>
                <a:cs typeface="微软雅黑" panose="020B0503020204020204" charset="-122"/>
              </a:defRPr>
            </a:pPr>
            <a:r>
              <a:rPr sz="2400" b="1">
                <a:solidFill>
                  <a:srgbClr val="0F0A06"/>
                </a:solidFill>
                <a:latin typeface="微软雅黑" panose="020B0503020204020204" charset="-122"/>
                <a:ea typeface="微软雅黑" panose="020B0503020204020204" charset="-122"/>
                <a:cs typeface="微软雅黑" panose="020B0503020204020204" charset="-122"/>
              </a:rPr>
              <a:t>3. 人物成就类短语（单元课文核心+高频）</a:t>
            </a:r>
            <a:endParaRPr sz="2400" b="1">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504950"/>
            <a:ext cx="10439400" cy="819150"/>
          </a:xfrm>
          <a:prstGeom prst="roundRect">
            <a:avLst>
              <a:gd name="adj" fmla="val 16279"/>
            </a:avLst>
          </a:prstGeom>
          <a:solidFill>
            <a:srgbClr val="FFF8EF"/>
          </a:solidFill>
          <a:ln w="13335">
            <a:solidFill>
              <a:srgbClr val="FFB46C"/>
            </a:solidFill>
            <a:prstDash val="solid"/>
          </a:ln>
        </p:spPr>
      </p:sp>
      <p:sp>
        <p:nvSpPr>
          <p:cNvPr id="5" name="椭圆 4"/>
          <p:cNvSpPr>
            <a:spLocks noGrp="1"/>
          </p:cNvSpPr>
          <p:nvPr/>
        </p:nvSpPr>
        <p:spPr>
          <a:xfrm>
            <a:off x="1181100" y="1771650"/>
            <a:ext cx="76200" cy="76200"/>
          </a:xfrm>
          <a:prstGeom prst="ellipse">
            <a:avLst/>
          </a:prstGeom>
          <a:solidFill>
            <a:srgbClr val="FF7A12"/>
          </a:solidFill>
          <a:ln w="0">
            <a:solidFill>
              <a:srgbClr val="FF7A12"/>
            </a:solidFill>
            <a:prstDash val="solid"/>
          </a:ln>
        </p:spPr>
      </p:sp>
      <p:sp>
        <p:nvSpPr>
          <p:cNvPr id="6" name="矩形 5"/>
          <p:cNvSpPr>
            <a:spLocks noGrp="1"/>
          </p:cNvSpPr>
          <p:nvPr/>
        </p:nvSpPr>
        <p:spPr>
          <a:xfrm>
            <a:off x="1428750" y="1676400"/>
            <a:ext cx="5143500" cy="533400"/>
          </a:xfrm>
          <a:prstGeom prst="rect">
            <a:avLst/>
          </a:prstGeom>
          <a:noFill/>
          <a:ln w="0">
            <a:noFill/>
            <a:prstDash val="solid"/>
          </a:ln>
        </p:spPr>
        <p:txBody>
          <a:bodyPr/>
          <a:lstStyle/>
          <a:p>
            <a:pPr algn="l">
              <a:lnSpc>
                <a:spcPct val="108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latin typeface="微软雅黑" panose="020B0503020204020204" charset="-122"/>
                <a:ea typeface="微软雅黑" panose="020B0503020204020204" charset="-122"/>
                <a:cs typeface="微软雅黑" panose="020B0503020204020204" charset="-122"/>
              </a:rPr>
              <a:t>dedicate one's life to sth./doing sth.</a:t>
            </a:r>
            <a:endParaRPr sz="2025"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6896100" y="1676400"/>
            <a:ext cx="3714750" cy="533400"/>
          </a:xfrm>
          <a:prstGeom prst="rect">
            <a:avLst/>
          </a:prstGeom>
          <a:noFill/>
          <a:ln w="0">
            <a:noFill/>
            <a:prstDash val="solid"/>
          </a:ln>
        </p:spPr>
        <p:txBody>
          <a:bodyPr/>
          <a:lstStyle/>
          <a:p>
            <a:pPr algn="l">
              <a:lnSpc>
                <a:spcPct val="108000"/>
              </a:lnSpc>
              <a:buNone/>
              <a:defRPr sz="2025" b="0">
                <a:solidFill>
                  <a:srgbClr val="7B4B31"/>
                </a:solidFill>
                <a:latin typeface="微软雅黑" panose="020B0503020204020204" charset="-122"/>
                <a:ea typeface="微软雅黑" panose="020B0503020204020204" charset="-122"/>
                <a:cs typeface="微软雅黑" panose="020B0503020204020204" charset="-122"/>
              </a:defRPr>
            </a:pPr>
            <a:r>
              <a:rPr sz="2025" b="0">
                <a:solidFill>
                  <a:srgbClr val="7B4B31"/>
                </a:solidFill>
                <a:latin typeface="微软雅黑" panose="020B0503020204020204" charset="-122"/>
                <a:ea typeface="微软雅黑" panose="020B0503020204020204" charset="-122"/>
                <a:cs typeface="微软雅黑" panose="020B0503020204020204" charset="-122"/>
              </a:rPr>
              <a:t>将一生奉献给……</a:t>
            </a:r>
            <a:endParaRPr sz="2025" b="0">
              <a:solidFill>
                <a:srgbClr val="7B4B31"/>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495550"/>
            <a:ext cx="10439400" cy="819150"/>
          </a:xfrm>
          <a:prstGeom prst="roundRect">
            <a:avLst>
              <a:gd name="adj" fmla="val 16279"/>
            </a:avLst>
          </a:prstGeom>
          <a:solidFill>
            <a:srgbClr val="FFFDF8"/>
          </a:solidFill>
          <a:ln w="13335">
            <a:solidFill>
              <a:srgbClr val="FFB46C"/>
            </a:solidFill>
            <a:prstDash val="solid"/>
          </a:ln>
        </p:spPr>
      </p:sp>
      <p:sp>
        <p:nvSpPr>
          <p:cNvPr id="9" name="椭圆 8"/>
          <p:cNvSpPr>
            <a:spLocks noGrp="1"/>
          </p:cNvSpPr>
          <p:nvPr/>
        </p:nvSpPr>
        <p:spPr>
          <a:xfrm>
            <a:off x="1181100" y="2762250"/>
            <a:ext cx="76200" cy="76200"/>
          </a:xfrm>
          <a:prstGeom prst="ellipse">
            <a:avLst/>
          </a:prstGeom>
          <a:solidFill>
            <a:srgbClr val="FF7A12"/>
          </a:solidFill>
          <a:ln w="0">
            <a:solidFill>
              <a:srgbClr val="FF7A12"/>
            </a:solidFill>
            <a:prstDash val="solid"/>
          </a:ln>
        </p:spPr>
      </p:sp>
      <p:sp>
        <p:nvSpPr>
          <p:cNvPr id="10" name="矩形 9"/>
          <p:cNvSpPr>
            <a:spLocks noGrp="1"/>
          </p:cNvSpPr>
          <p:nvPr/>
        </p:nvSpPr>
        <p:spPr>
          <a:xfrm>
            <a:off x="1428750" y="2667000"/>
            <a:ext cx="5143500" cy="533400"/>
          </a:xfrm>
          <a:prstGeom prst="rect">
            <a:avLst/>
          </a:prstGeom>
          <a:noFill/>
          <a:ln w="0">
            <a:noFill/>
            <a:prstDash val="solid"/>
          </a:ln>
        </p:spPr>
        <p:txBody>
          <a:bodyPr/>
          <a:lstStyle/>
          <a:p>
            <a:pPr algn="l">
              <a:lnSpc>
                <a:spcPct val="108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latin typeface="微软雅黑" panose="020B0503020204020204" charset="-122"/>
                <a:ea typeface="微软雅黑" panose="020B0503020204020204" charset="-122"/>
                <a:cs typeface="微软雅黑" panose="020B0503020204020204" charset="-122"/>
              </a:rPr>
              <a:t>make important discoveries in...</a:t>
            </a:r>
            <a:endParaRPr sz="2025"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6896100" y="2667000"/>
            <a:ext cx="3714750" cy="533400"/>
          </a:xfrm>
          <a:prstGeom prst="rect">
            <a:avLst/>
          </a:prstGeom>
          <a:noFill/>
          <a:ln w="0">
            <a:noFill/>
            <a:prstDash val="solid"/>
          </a:ln>
        </p:spPr>
        <p:txBody>
          <a:bodyPr/>
          <a:lstStyle/>
          <a:p>
            <a:pPr algn="l">
              <a:lnSpc>
                <a:spcPct val="108000"/>
              </a:lnSpc>
              <a:buNone/>
              <a:defRPr sz="2025" b="0">
                <a:solidFill>
                  <a:srgbClr val="7B4B31"/>
                </a:solidFill>
                <a:latin typeface="微软雅黑" panose="020B0503020204020204" charset="-122"/>
                <a:ea typeface="微软雅黑" panose="020B0503020204020204" charset="-122"/>
                <a:cs typeface="微软雅黑" panose="020B0503020204020204" charset="-122"/>
              </a:defRPr>
            </a:pPr>
            <a:r>
              <a:rPr sz="2025" b="0">
                <a:solidFill>
                  <a:srgbClr val="7B4B31"/>
                </a:solidFill>
                <a:latin typeface="微软雅黑" panose="020B0503020204020204" charset="-122"/>
                <a:ea typeface="微软雅黑" panose="020B0503020204020204" charset="-122"/>
                <a:cs typeface="微软雅黑" panose="020B0503020204020204" charset="-122"/>
              </a:rPr>
              <a:t>在……领域做出重大发现</a:t>
            </a:r>
            <a:endParaRPr sz="2025" b="0">
              <a:solidFill>
                <a:srgbClr val="7B4B31"/>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a:spLocks noGrp="1"/>
          </p:cNvSpPr>
          <p:nvPr/>
        </p:nvSpPr>
        <p:spPr>
          <a:xfrm>
            <a:off x="876300" y="3486150"/>
            <a:ext cx="10439400" cy="819150"/>
          </a:xfrm>
          <a:prstGeom prst="roundRect">
            <a:avLst>
              <a:gd name="adj" fmla="val 16279"/>
            </a:avLst>
          </a:prstGeom>
          <a:solidFill>
            <a:srgbClr val="FFF8EF"/>
          </a:solidFill>
          <a:ln w="13335">
            <a:solidFill>
              <a:srgbClr val="FFB46C"/>
            </a:solidFill>
            <a:prstDash val="solid"/>
          </a:ln>
        </p:spPr>
      </p:sp>
      <p:sp>
        <p:nvSpPr>
          <p:cNvPr id="13" name="椭圆 12"/>
          <p:cNvSpPr>
            <a:spLocks noGrp="1"/>
          </p:cNvSpPr>
          <p:nvPr/>
        </p:nvSpPr>
        <p:spPr>
          <a:xfrm>
            <a:off x="1181100" y="3752850"/>
            <a:ext cx="76200" cy="76200"/>
          </a:xfrm>
          <a:prstGeom prst="ellipse">
            <a:avLst/>
          </a:prstGeom>
          <a:solidFill>
            <a:srgbClr val="FF7A12"/>
          </a:solidFill>
          <a:ln w="0">
            <a:solidFill>
              <a:srgbClr val="FF7A12"/>
            </a:solidFill>
            <a:prstDash val="solid"/>
          </a:ln>
        </p:spPr>
      </p:sp>
      <p:sp>
        <p:nvSpPr>
          <p:cNvPr id="14" name="矩形 13"/>
          <p:cNvSpPr>
            <a:spLocks noGrp="1"/>
          </p:cNvSpPr>
          <p:nvPr/>
        </p:nvSpPr>
        <p:spPr>
          <a:xfrm>
            <a:off x="1428750" y="3657600"/>
            <a:ext cx="5143500" cy="533400"/>
          </a:xfrm>
          <a:prstGeom prst="rect">
            <a:avLst/>
          </a:prstGeom>
          <a:noFill/>
          <a:ln w="0">
            <a:noFill/>
            <a:prstDash val="solid"/>
          </a:ln>
        </p:spPr>
        <p:txBody>
          <a:bodyPr/>
          <a:lstStyle/>
          <a:p>
            <a:pPr algn="l">
              <a:lnSpc>
                <a:spcPct val="108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latin typeface="微软雅黑" panose="020B0503020204020204" charset="-122"/>
                <a:ea typeface="微软雅黑" panose="020B0503020204020204" charset="-122"/>
                <a:cs typeface="微软雅黑" panose="020B0503020204020204" charset="-122"/>
              </a:rPr>
              <a:t>fight against disease</a:t>
            </a:r>
            <a:endParaRPr sz="2025"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6896100" y="3657600"/>
            <a:ext cx="3714750" cy="533400"/>
          </a:xfrm>
          <a:prstGeom prst="rect">
            <a:avLst/>
          </a:prstGeom>
          <a:noFill/>
          <a:ln w="0">
            <a:noFill/>
            <a:prstDash val="solid"/>
          </a:ln>
        </p:spPr>
        <p:txBody>
          <a:bodyPr/>
          <a:lstStyle/>
          <a:p>
            <a:pPr algn="l">
              <a:lnSpc>
                <a:spcPct val="108000"/>
              </a:lnSpc>
              <a:buNone/>
              <a:defRPr sz="2025" b="0">
                <a:solidFill>
                  <a:srgbClr val="7B4B31"/>
                </a:solidFill>
                <a:latin typeface="微软雅黑" panose="020B0503020204020204" charset="-122"/>
                <a:ea typeface="微软雅黑" panose="020B0503020204020204" charset="-122"/>
                <a:cs typeface="微软雅黑" panose="020B0503020204020204" charset="-122"/>
              </a:defRPr>
            </a:pPr>
            <a:r>
              <a:rPr sz="2025" b="0">
                <a:solidFill>
                  <a:srgbClr val="7B4B31"/>
                </a:solidFill>
                <a:latin typeface="微软雅黑" panose="020B0503020204020204" charset="-122"/>
                <a:ea typeface="微软雅黑" panose="020B0503020204020204" charset="-122"/>
                <a:cs typeface="微软雅黑" panose="020B0503020204020204" charset="-122"/>
              </a:rPr>
              <a:t>与疾病作斗争</a:t>
            </a:r>
            <a:endParaRPr sz="2025" b="0">
              <a:solidFill>
                <a:srgbClr val="7B4B31"/>
              </a:solidFill>
              <a:latin typeface="微软雅黑" panose="020B0503020204020204" charset="-122"/>
              <a:ea typeface="微软雅黑" panose="020B0503020204020204" charset="-122"/>
              <a:cs typeface="微软雅黑" panose="020B0503020204020204" charset="-122"/>
            </a:endParaRPr>
          </a:p>
        </p:txBody>
      </p:sp>
      <p:sp>
        <p:nvSpPr>
          <p:cNvPr id="16" name="圆角矩形 15"/>
          <p:cNvSpPr>
            <a:spLocks noGrp="1"/>
          </p:cNvSpPr>
          <p:nvPr/>
        </p:nvSpPr>
        <p:spPr>
          <a:xfrm>
            <a:off x="876300" y="4476750"/>
            <a:ext cx="10439400" cy="819150"/>
          </a:xfrm>
          <a:prstGeom prst="roundRect">
            <a:avLst>
              <a:gd name="adj" fmla="val 16279"/>
            </a:avLst>
          </a:prstGeom>
          <a:solidFill>
            <a:srgbClr val="FFFDF8"/>
          </a:solidFill>
          <a:ln w="13335">
            <a:solidFill>
              <a:srgbClr val="FFB46C"/>
            </a:solidFill>
            <a:prstDash val="solid"/>
          </a:ln>
        </p:spPr>
      </p:sp>
      <p:sp>
        <p:nvSpPr>
          <p:cNvPr id="17" name="椭圆 16"/>
          <p:cNvSpPr>
            <a:spLocks noGrp="1"/>
          </p:cNvSpPr>
          <p:nvPr/>
        </p:nvSpPr>
        <p:spPr>
          <a:xfrm>
            <a:off x="1181100" y="4743450"/>
            <a:ext cx="76200" cy="76200"/>
          </a:xfrm>
          <a:prstGeom prst="ellipse">
            <a:avLst/>
          </a:prstGeom>
          <a:solidFill>
            <a:srgbClr val="FF7A12"/>
          </a:solidFill>
          <a:ln w="0">
            <a:solidFill>
              <a:srgbClr val="FF7A12"/>
            </a:solidFill>
            <a:prstDash val="solid"/>
          </a:ln>
        </p:spPr>
      </p:sp>
      <p:sp>
        <p:nvSpPr>
          <p:cNvPr id="18" name="矩形 17"/>
          <p:cNvSpPr>
            <a:spLocks noGrp="1"/>
          </p:cNvSpPr>
          <p:nvPr/>
        </p:nvSpPr>
        <p:spPr>
          <a:xfrm>
            <a:off x="1428750" y="4648200"/>
            <a:ext cx="5143500" cy="533400"/>
          </a:xfrm>
          <a:prstGeom prst="rect">
            <a:avLst/>
          </a:prstGeom>
          <a:noFill/>
          <a:ln w="0">
            <a:noFill/>
            <a:prstDash val="solid"/>
          </a:ln>
        </p:spPr>
        <p:txBody>
          <a:bodyPr/>
          <a:lstStyle/>
          <a:p>
            <a:pPr algn="l">
              <a:lnSpc>
                <a:spcPct val="108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latin typeface="微软雅黑" panose="020B0503020204020204" charset="-122"/>
                <a:ea typeface="微软雅黑" panose="020B0503020204020204" charset="-122"/>
                <a:cs typeface="微软雅黑" panose="020B0503020204020204" charset="-122"/>
              </a:rPr>
              <a:t>play a big part in...</a:t>
            </a:r>
            <a:endParaRPr sz="2025"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6896100" y="4648200"/>
            <a:ext cx="3714750" cy="533400"/>
          </a:xfrm>
          <a:prstGeom prst="rect">
            <a:avLst/>
          </a:prstGeom>
          <a:noFill/>
          <a:ln w="0">
            <a:noFill/>
            <a:prstDash val="solid"/>
          </a:ln>
        </p:spPr>
        <p:txBody>
          <a:bodyPr/>
          <a:lstStyle/>
          <a:p>
            <a:pPr algn="l">
              <a:lnSpc>
                <a:spcPct val="108000"/>
              </a:lnSpc>
              <a:buNone/>
              <a:defRPr sz="2025" b="0">
                <a:solidFill>
                  <a:srgbClr val="7B4B31"/>
                </a:solidFill>
                <a:latin typeface="微软雅黑" panose="020B0503020204020204" charset="-122"/>
                <a:ea typeface="微软雅黑" panose="020B0503020204020204" charset="-122"/>
                <a:cs typeface="微软雅黑" panose="020B0503020204020204" charset="-122"/>
              </a:defRPr>
            </a:pPr>
            <a:r>
              <a:rPr sz="2025" b="0">
                <a:solidFill>
                  <a:srgbClr val="7B4B31"/>
                </a:solidFill>
                <a:latin typeface="微软雅黑" panose="020B0503020204020204" charset="-122"/>
                <a:ea typeface="微软雅黑" panose="020B0503020204020204" charset="-122"/>
                <a:cs typeface="微软雅黑" panose="020B0503020204020204" charset="-122"/>
              </a:rPr>
              <a:t>在……中起到重要作用</a:t>
            </a:r>
            <a:endParaRPr sz="2025" b="0">
              <a:solidFill>
                <a:srgbClr val="7B4B3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5" grpId="0"/>
      <p:bldP spid="1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 name="图片 19"/>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810500" cy="876300"/>
          </a:xfrm>
          <a:prstGeom prst="rect">
            <a:avLst/>
          </a:prstGeom>
          <a:solidFill>
            <a:srgbClr val="F4F2EF"/>
          </a:solidFill>
          <a:ln w="0">
            <a:noFill/>
            <a:prstDash val="solid"/>
          </a:ln>
        </p:spPr>
      </p:sp>
      <p:sp>
        <p:nvSpPr>
          <p:cNvPr id="3" name="矩形 2"/>
          <p:cNvSpPr>
            <a:spLocks noGrp="1"/>
          </p:cNvSpPr>
          <p:nvPr/>
        </p:nvSpPr>
        <p:spPr>
          <a:xfrm>
            <a:off x="819150" y="628650"/>
            <a:ext cx="7486650" cy="723900"/>
          </a:xfrm>
          <a:prstGeom prst="rect">
            <a:avLst/>
          </a:prstGeom>
          <a:noFill/>
          <a:ln w="0">
            <a:noFill/>
            <a:prstDash val="solid"/>
          </a:ln>
        </p:spPr>
        <p:txBody>
          <a:bodyPr/>
          <a:lstStyle/>
          <a:p>
            <a:pPr algn="l">
              <a:lnSpc>
                <a:spcPct val="100000"/>
              </a:lnSpc>
              <a:buNone/>
              <a:defRPr sz="2400" b="1">
                <a:solidFill>
                  <a:srgbClr val="0F0A06"/>
                </a:solidFill>
                <a:latin typeface="微软雅黑" panose="020B0503020204020204" charset="-122"/>
                <a:ea typeface="微软雅黑" panose="020B0503020204020204" charset="-122"/>
                <a:cs typeface="微软雅黑" panose="020B0503020204020204" charset="-122"/>
              </a:defRPr>
            </a:pPr>
            <a:r>
              <a:rPr sz="2400" b="1">
                <a:solidFill>
                  <a:srgbClr val="0F0A06"/>
                </a:solidFill>
                <a:latin typeface="微软雅黑" panose="020B0503020204020204" charset="-122"/>
                <a:ea typeface="微软雅黑" panose="020B0503020204020204" charset="-122"/>
                <a:cs typeface="微软雅黑" panose="020B0503020204020204" charset="-122"/>
              </a:rPr>
              <a:t>3. 人物成就类短语（单元课文核心+高频）</a:t>
            </a:r>
            <a:endParaRPr sz="2400" b="1">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504950"/>
            <a:ext cx="10439400" cy="819150"/>
          </a:xfrm>
          <a:prstGeom prst="roundRect">
            <a:avLst>
              <a:gd name="adj" fmla="val 16279"/>
            </a:avLst>
          </a:prstGeom>
          <a:solidFill>
            <a:srgbClr val="FFF8EF"/>
          </a:solidFill>
          <a:ln w="13335">
            <a:solidFill>
              <a:srgbClr val="FFB46C"/>
            </a:solidFill>
            <a:prstDash val="solid"/>
          </a:ln>
        </p:spPr>
      </p:sp>
      <p:sp>
        <p:nvSpPr>
          <p:cNvPr id="5" name="椭圆 4"/>
          <p:cNvSpPr>
            <a:spLocks noGrp="1"/>
          </p:cNvSpPr>
          <p:nvPr/>
        </p:nvSpPr>
        <p:spPr>
          <a:xfrm>
            <a:off x="1181100" y="1771650"/>
            <a:ext cx="76200" cy="76200"/>
          </a:xfrm>
          <a:prstGeom prst="ellipse">
            <a:avLst/>
          </a:prstGeom>
          <a:solidFill>
            <a:srgbClr val="FF7A12"/>
          </a:solidFill>
          <a:ln w="0">
            <a:solidFill>
              <a:srgbClr val="FF7A12"/>
            </a:solidFill>
            <a:prstDash val="solid"/>
          </a:ln>
        </p:spPr>
      </p:sp>
      <p:sp>
        <p:nvSpPr>
          <p:cNvPr id="6" name="矩形 5"/>
          <p:cNvSpPr>
            <a:spLocks noGrp="1"/>
          </p:cNvSpPr>
          <p:nvPr/>
        </p:nvSpPr>
        <p:spPr>
          <a:xfrm>
            <a:off x="1428750" y="1676400"/>
            <a:ext cx="5143500" cy="533400"/>
          </a:xfrm>
          <a:prstGeom prst="rect">
            <a:avLst/>
          </a:prstGeom>
          <a:noFill/>
          <a:ln w="0">
            <a:noFill/>
            <a:prstDash val="solid"/>
          </a:ln>
        </p:spPr>
        <p:txBody>
          <a:bodyPr/>
          <a:lstStyle/>
          <a:p>
            <a:pPr algn="l">
              <a:lnSpc>
                <a:spcPct val="108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latin typeface="微软雅黑" panose="020B0503020204020204" charset="-122"/>
                <a:ea typeface="微软雅黑" panose="020B0503020204020204" charset="-122"/>
                <a:cs typeface="微软雅黑" panose="020B0503020204020204" charset="-122"/>
              </a:rPr>
              <a:t>develop a new kind of...</a:t>
            </a:r>
            <a:endParaRPr sz="2025"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6896100" y="1676400"/>
            <a:ext cx="3714750" cy="533400"/>
          </a:xfrm>
          <a:prstGeom prst="rect">
            <a:avLst/>
          </a:prstGeom>
          <a:noFill/>
          <a:ln w="0">
            <a:noFill/>
            <a:prstDash val="solid"/>
          </a:ln>
        </p:spPr>
        <p:txBody>
          <a:bodyPr/>
          <a:lstStyle/>
          <a:p>
            <a:pPr algn="l">
              <a:lnSpc>
                <a:spcPct val="108000"/>
              </a:lnSpc>
              <a:buNone/>
              <a:defRPr sz="2025" b="0">
                <a:solidFill>
                  <a:srgbClr val="7B4B31"/>
                </a:solidFill>
                <a:latin typeface="微软雅黑" panose="020B0503020204020204" charset="-122"/>
                <a:ea typeface="微软雅黑" panose="020B0503020204020204" charset="-122"/>
                <a:cs typeface="微软雅黑" panose="020B0503020204020204" charset="-122"/>
              </a:defRPr>
            </a:pPr>
            <a:r>
              <a:rPr sz="2025" b="0">
                <a:solidFill>
                  <a:srgbClr val="7B4B31"/>
                </a:solidFill>
                <a:latin typeface="微软雅黑" panose="020B0503020204020204" charset="-122"/>
                <a:ea typeface="微软雅黑" panose="020B0503020204020204" charset="-122"/>
                <a:cs typeface="微软雅黑" panose="020B0503020204020204" charset="-122"/>
              </a:rPr>
              <a:t>研发出新型的……</a:t>
            </a:r>
            <a:endParaRPr sz="2025" b="0">
              <a:solidFill>
                <a:srgbClr val="7B4B31"/>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495550"/>
            <a:ext cx="10439400" cy="819150"/>
          </a:xfrm>
          <a:prstGeom prst="roundRect">
            <a:avLst>
              <a:gd name="adj" fmla="val 16279"/>
            </a:avLst>
          </a:prstGeom>
          <a:solidFill>
            <a:srgbClr val="FFFDF8"/>
          </a:solidFill>
          <a:ln w="13335">
            <a:solidFill>
              <a:srgbClr val="FFB46C"/>
            </a:solidFill>
            <a:prstDash val="solid"/>
          </a:ln>
        </p:spPr>
      </p:sp>
      <p:sp>
        <p:nvSpPr>
          <p:cNvPr id="9" name="椭圆 8"/>
          <p:cNvSpPr>
            <a:spLocks noGrp="1"/>
          </p:cNvSpPr>
          <p:nvPr/>
        </p:nvSpPr>
        <p:spPr>
          <a:xfrm>
            <a:off x="1181100" y="2762250"/>
            <a:ext cx="76200" cy="76200"/>
          </a:xfrm>
          <a:prstGeom prst="ellipse">
            <a:avLst/>
          </a:prstGeom>
          <a:solidFill>
            <a:srgbClr val="FF7A12"/>
          </a:solidFill>
          <a:ln w="0">
            <a:solidFill>
              <a:srgbClr val="FF7A12"/>
            </a:solidFill>
            <a:prstDash val="solid"/>
          </a:ln>
        </p:spPr>
      </p:sp>
      <p:sp>
        <p:nvSpPr>
          <p:cNvPr id="10" name="矩形 9"/>
          <p:cNvSpPr>
            <a:spLocks noGrp="1"/>
          </p:cNvSpPr>
          <p:nvPr/>
        </p:nvSpPr>
        <p:spPr>
          <a:xfrm>
            <a:off x="1428750" y="2667000"/>
            <a:ext cx="5143500" cy="533400"/>
          </a:xfrm>
          <a:prstGeom prst="rect">
            <a:avLst/>
          </a:prstGeom>
          <a:noFill/>
          <a:ln w="0">
            <a:noFill/>
            <a:prstDash val="solid"/>
          </a:ln>
        </p:spPr>
        <p:txBody>
          <a:bodyPr/>
          <a:lstStyle/>
          <a:p>
            <a:pPr algn="l">
              <a:lnSpc>
                <a:spcPct val="108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latin typeface="微软雅黑" panose="020B0503020204020204" charset="-122"/>
                <a:ea typeface="微软雅黑" panose="020B0503020204020204" charset="-122"/>
                <a:cs typeface="微软雅黑" panose="020B0503020204020204" charset="-122"/>
              </a:rPr>
              <a:t>create a beautiful balance between...</a:t>
            </a:r>
            <a:endParaRPr sz="2025"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6896100" y="2667000"/>
            <a:ext cx="3714750" cy="533400"/>
          </a:xfrm>
          <a:prstGeom prst="rect">
            <a:avLst/>
          </a:prstGeom>
          <a:noFill/>
          <a:ln w="0">
            <a:noFill/>
            <a:prstDash val="solid"/>
          </a:ln>
        </p:spPr>
        <p:txBody>
          <a:bodyPr/>
          <a:lstStyle/>
          <a:p>
            <a:pPr algn="l">
              <a:lnSpc>
                <a:spcPct val="108000"/>
              </a:lnSpc>
              <a:buNone/>
              <a:defRPr sz="2025" b="0">
                <a:solidFill>
                  <a:srgbClr val="7B4B31"/>
                </a:solidFill>
                <a:latin typeface="微软雅黑" panose="020B0503020204020204" charset="-122"/>
                <a:ea typeface="微软雅黑" panose="020B0503020204020204" charset="-122"/>
                <a:cs typeface="微软雅黑" panose="020B0503020204020204" charset="-122"/>
              </a:defRPr>
            </a:pPr>
            <a:r>
              <a:rPr sz="2025" b="0">
                <a:solidFill>
                  <a:srgbClr val="7B4B31"/>
                </a:solidFill>
                <a:latin typeface="微软雅黑" panose="020B0503020204020204" charset="-122"/>
                <a:ea typeface="微软雅黑" panose="020B0503020204020204" charset="-122"/>
                <a:cs typeface="微软雅黑" panose="020B0503020204020204" charset="-122"/>
              </a:rPr>
              <a:t>在……之间创造完美平衡</a:t>
            </a:r>
            <a:endParaRPr sz="2025" b="0">
              <a:solidFill>
                <a:srgbClr val="7B4B31"/>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a:spLocks noGrp="1"/>
          </p:cNvSpPr>
          <p:nvPr/>
        </p:nvSpPr>
        <p:spPr>
          <a:xfrm>
            <a:off x="876300" y="3486150"/>
            <a:ext cx="10439400" cy="819150"/>
          </a:xfrm>
          <a:prstGeom prst="roundRect">
            <a:avLst>
              <a:gd name="adj" fmla="val 16279"/>
            </a:avLst>
          </a:prstGeom>
          <a:solidFill>
            <a:srgbClr val="FFF8EF"/>
          </a:solidFill>
          <a:ln w="13335">
            <a:solidFill>
              <a:srgbClr val="FFB46C"/>
            </a:solidFill>
            <a:prstDash val="solid"/>
          </a:ln>
        </p:spPr>
      </p:sp>
      <p:sp>
        <p:nvSpPr>
          <p:cNvPr id="13" name="椭圆 12"/>
          <p:cNvSpPr>
            <a:spLocks noGrp="1"/>
          </p:cNvSpPr>
          <p:nvPr/>
        </p:nvSpPr>
        <p:spPr>
          <a:xfrm>
            <a:off x="1181100" y="3752850"/>
            <a:ext cx="76200" cy="76200"/>
          </a:xfrm>
          <a:prstGeom prst="ellipse">
            <a:avLst/>
          </a:prstGeom>
          <a:solidFill>
            <a:srgbClr val="FF7A12"/>
          </a:solidFill>
          <a:ln w="0">
            <a:solidFill>
              <a:srgbClr val="FF7A12"/>
            </a:solidFill>
            <a:prstDash val="solid"/>
          </a:ln>
        </p:spPr>
      </p:sp>
      <p:sp>
        <p:nvSpPr>
          <p:cNvPr id="14" name="矩形 13"/>
          <p:cNvSpPr>
            <a:spLocks noGrp="1"/>
          </p:cNvSpPr>
          <p:nvPr/>
        </p:nvSpPr>
        <p:spPr>
          <a:xfrm>
            <a:off x="1428750" y="3657600"/>
            <a:ext cx="5143500" cy="533400"/>
          </a:xfrm>
          <a:prstGeom prst="rect">
            <a:avLst/>
          </a:prstGeom>
          <a:noFill/>
          <a:ln w="0">
            <a:noFill/>
            <a:prstDash val="solid"/>
          </a:ln>
        </p:spPr>
        <p:txBody>
          <a:bodyPr/>
          <a:lstStyle/>
          <a:p>
            <a:pPr algn="l">
              <a:lnSpc>
                <a:spcPct val="108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latin typeface="微软雅黑" panose="020B0503020204020204" charset="-122"/>
                <a:ea typeface="微软雅黑" panose="020B0503020204020204" charset="-122"/>
                <a:cs typeface="微软雅黑" panose="020B0503020204020204" charset="-122"/>
              </a:rPr>
              <a:t>help reduce hunger</a:t>
            </a:r>
            <a:endParaRPr sz="2025"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6896100" y="3657600"/>
            <a:ext cx="3714750" cy="533400"/>
          </a:xfrm>
          <a:prstGeom prst="rect">
            <a:avLst/>
          </a:prstGeom>
          <a:noFill/>
          <a:ln w="0">
            <a:noFill/>
            <a:prstDash val="solid"/>
          </a:ln>
        </p:spPr>
        <p:txBody>
          <a:bodyPr/>
          <a:lstStyle/>
          <a:p>
            <a:pPr algn="l">
              <a:lnSpc>
                <a:spcPct val="108000"/>
              </a:lnSpc>
              <a:buNone/>
              <a:defRPr sz="2025" b="0">
                <a:solidFill>
                  <a:srgbClr val="7B4B31"/>
                </a:solidFill>
                <a:latin typeface="微软雅黑" panose="020B0503020204020204" charset="-122"/>
                <a:ea typeface="微软雅黑" panose="020B0503020204020204" charset="-122"/>
                <a:cs typeface="微软雅黑" panose="020B0503020204020204" charset="-122"/>
              </a:defRPr>
            </a:pPr>
            <a:r>
              <a:rPr sz="2025" b="0">
                <a:solidFill>
                  <a:srgbClr val="7B4B31"/>
                </a:solidFill>
                <a:latin typeface="微软雅黑" panose="020B0503020204020204" charset="-122"/>
                <a:ea typeface="微软雅黑" panose="020B0503020204020204" charset="-122"/>
                <a:cs typeface="微软雅黑" panose="020B0503020204020204" charset="-122"/>
              </a:rPr>
              <a:t>帮助减少饥饿</a:t>
            </a:r>
            <a:endParaRPr sz="2025" b="0">
              <a:solidFill>
                <a:srgbClr val="7B4B31"/>
              </a:solidFill>
              <a:latin typeface="微软雅黑" panose="020B0503020204020204" charset="-122"/>
              <a:ea typeface="微软雅黑" panose="020B0503020204020204" charset="-122"/>
              <a:cs typeface="微软雅黑" panose="020B0503020204020204" charset="-122"/>
            </a:endParaRPr>
          </a:p>
        </p:txBody>
      </p:sp>
      <p:sp>
        <p:nvSpPr>
          <p:cNvPr id="16" name="圆角矩形 15"/>
          <p:cNvSpPr>
            <a:spLocks noGrp="1"/>
          </p:cNvSpPr>
          <p:nvPr/>
        </p:nvSpPr>
        <p:spPr>
          <a:xfrm>
            <a:off x="876300" y="4476750"/>
            <a:ext cx="10439400" cy="819150"/>
          </a:xfrm>
          <a:prstGeom prst="roundRect">
            <a:avLst>
              <a:gd name="adj" fmla="val 16279"/>
            </a:avLst>
          </a:prstGeom>
          <a:solidFill>
            <a:srgbClr val="FFFDF8"/>
          </a:solidFill>
          <a:ln w="13335">
            <a:solidFill>
              <a:srgbClr val="FFB46C"/>
            </a:solidFill>
            <a:prstDash val="solid"/>
          </a:ln>
        </p:spPr>
      </p:sp>
      <p:sp>
        <p:nvSpPr>
          <p:cNvPr id="17" name="椭圆 16"/>
          <p:cNvSpPr>
            <a:spLocks noGrp="1"/>
          </p:cNvSpPr>
          <p:nvPr/>
        </p:nvSpPr>
        <p:spPr>
          <a:xfrm>
            <a:off x="1181100" y="4743450"/>
            <a:ext cx="76200" cy="76200"/>
          </a:xfrm>
          <a:prstGeom prst="ellipse">
            <a:avLst/>
          </a:prstGeom>
          <a:solidFill>
            <a:srgbClr val="FF7A12"/>
          </a:solidFill>
          <a:ln w="0">
            <a:solidFill>
              <a:srgbClr val="FF7A12"/>
            </a:solidFill>
            <a:prstDash val="solid"/>
          </a:ln>
        </p:spPr>
      </p:sp>
      <p:sp>
        <p:nvSpPr>
          <p:cNvPr id="18" name="矩形 17"/>
          <p:cNvSpPr>
            <a:spLocks noGrp="1"/>
          </p:cNvSpPr>
          <p:nvPr/>
        </p:nvSpPr>
        <p:spPr>
          <a:xfrm>
            <a:off x="1428750" y="4648200"/>
            <a:ext cx="5143500" cy="533400"/>
          </a:xfrm>
          <a:prstGeom prst="rect">
            <a:avLst/>
          </a:prstGeom>
          <a:noFill/>
          <a:ln w="0">
            <a:noFill/>
            <a:prstDash val="solid"/>
          </a:ln>
        </p:spPr>
        <p:txBody>
          <a:bodyPr/>
          <a:lstStyle/>
          <a:p>
            <a:pPr algn="l">
              <a:lnSpc>
                <a:spcPct val="108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latin typeface="微软雅黑" panose="020B0503020204020204" charset="-122"/>
                <a:ea typeface="微软雅黑" panose="020B0503020204020204" charset="-122"/>
                <a:cs typeface="微软雅黑" panose="020B0503020204020204" charset="-122"/>
              </a:rPr>
              <a:t>stop the spread of diseases</a:t>
            </a:r>
            <a:endParaRPr sz="2025"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6896100" y="4648200"/>
            <a:ext cx="3714750" cy="533400"/>
          </a:xfrm>
          <a:prstGeom prst="rect">
            <a:avLst/>
          </a:prstGeom>
          <a:noFill/>
          <a:ln w="0">
            <a:noFill/>
            <a:prstDash val="solid"/>
          </a:ln>
        </p:spPr>
        <p:txBody>
          <a:bodyPr/>
          <a:lstStyle/>
          <a:p>
            <a:pPr algn="l">
              <a:lnSpc>
                <a:spcPct val="108000"/>
              </a:lnSpc>
              <a:buNone/>
              <a:defRPr sz="2025" b="0">
                <a:solidFill>
                  <a:srgbClr val="7B4B31"/>
                </a:solidFill>
                <a:latin typeface="微软雅黑" panose="020B0503020204020204" charset="-122"/>
                <a:ea typeface="微软雅黑" panose="020B0503020204020204" charset="-122"/>
                <a:cs typeface="微软雅黑" panose="020B0503020204020204" charset="-122"/>
              </a:defRPr>
            </a:pPr>
            <a:r>
              <a:rPr sz="2025" b="0">
                <a:solidFill>
                  <a:srgbClr val="7B4B31"/>
                </a:solidFill>
                <a:latin typeface="微软雅黑" panose="020B0503020204020204" charset="-122"/>
                <a:ea typeface="微软雅黑" panose="020B0503020204020204" charset="-122"/>
                <a:cs typeface="微软雅黑" panose="020B0503020204020204" charset="-122"/>
              </a:rPr>
              <a:t>阻止疾病的传播</a:t>
            </a:r>
            <a:endParaRPr sz="2025" b="0">
              <a:solidFill>
                <a:srgbClr val="7B4B3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5" grpId="0"/>
      <p:bldP spid="1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 name="图片 11"/>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810500" cy="876300"/>
          </a:xfrm>
          <a:prstGeom prst="rect">
            <a:avLst/>
          </a:prstGeom>
          <a:solidFill>
            <a:srgbClr val="F4F2EF"/>
          </a:solidFill>
          <a:ln w="0">
            <a:noFill/>
            <a:prstDash val="solid"/>
          </a:ln>
        </p:spPr>
      </p:sp>
      <p:sp>
        <p:nvSpPr>
          <p:cNvPr id="3" name="矩形 2"/>
          <p:cNvSpPr>
            <a:spLocks noGrp="1"/>
          </p:cNvSpPr>
          <p:nvPr/>
        </p:nvSpPr>
        <p:spPr>
          <a:xfrm>
            <a:off x="819150" y="628650"/>
            <a:ext cx="7486650" cy="723900"/>
          </a:xfrm>
          <a:prstGeom prst="rect">
            <a:avLst/>
          </a:prstGeom>
          <a:noFill/>
          <a:ln w="0">
            <a:noFill/>
            <a:prstDash val="solid"/>
          </a:ln>
        </p:spPr>
        <p:txBody>
          <a:bodyPr/>
          <a:lstStyle/>
          <a:p>
            <a:pPr algn="l">
              <a:lnSpc>
                <a:spcPct val="100000"/>
              </a:lnSpc>
              <a:buNone/>
              <a:defRPr sz="2400" b="1">
                <a:solidFill>
                  <a:srgbClr val="0F0A06"/>
                </a:solidFill>
                <a:latin typeface="微软雅黑" panose="020B0503020204020204" charset="-122"/>
                <a:ea typeface="微软雅黑" panose="020B0503020204020204" charset="-122"/>
                <a:cs typeface="微软雅黑" panose="020B0503020204020204" charset="-122"/>
              </a:defRPr>
            </a:pPr>
            <a:r>
              <a:rPr sz="2400" b="1">
                <a:solidFill>
                  <a:srgbClr val="0F0A06"/>
                </a:solidFill>
                <a:latin typeface="微软雅黑" panose="020B0503020204020204" charset="-122"/>
                <a:ea typeface="微软雅黑" panose="020B0503020204020204" charset="-122"/>
                <a:cs typeface="微软雅黑" panose="020B0503020204020204" charset="-122"/>
              </a:rPr>
              <a:t>3. 人物成就类短语（单元课文核心+高频）</a:t>
            </a:r>
            <a:endParaRPr sz="2400" b="1">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504950"/>
            <a:ext cx="10439400" cy="819150"/>
          </a:xfrm>
          <a:prstGeom prst="roundRect">
            <a:avLst>
              <a:gd name="adj" fmla="val 16279"/>
            </a:avLst>
          </a:prstGeom>
          <a:solidFill>
            <a:srgbClr val="FFF8EF"/>
          </a:solidFill>
          <a:ln w="13335">
            <a:solidFill>
              <a:srgbClr val="FFB46C"/>
            </a:solidFill>
            <a:prstDash val="solid"/>
          </a:ln>
        </p:spPr>
      </p:sp>
      <p:sp>
        <p:nvSpPr>
          <p:cNvPr id="5" name="椭圆 4"/>
          <p:cNvSpPr>
            <a:spLocks noGrp="1"/>
          </p:cNvSpPr>
          <p:nvPr/>
        </p:nvSpPr>
        <p:spPr>
          <a:xfrm>
            <a:off x="1181100" y="1771650"/>
            <a:ext cx="76200" cy="76200"/>
          </a:xfrm>
          <a:prstGeom prst="ellipse">
            <a:avLst/>
          </a:prstGeom>
          <a:solidFill>
            <a:srgbClr val="FF7A12"/>
          </a:solidFill>
          <a:ln w="0">
            <a:solidFill>
              <a:srgbClr val="FF7A12"/>
            </a:solidFill>
            <a:prstDash val="solid"/>
          </a:ln>
        </p:spPr>
      </p:sp>
      <p:sp>
        <p:nvSpPr>
          <p:cNvPr id="6" name="矩形 5"/>
          <p:cNvSpPr>
            <a:spLocks noGrp="1"/>
          </p:cNvSpPr>
          <p:nvPr/>
        </p:nvSpPr>
        <p:spPr>
          <a:xfrm>
            <a:off x="1428750" y="1676400"/>
            <a:ext cx="5143500" cy="533400"/>
          </a:xfrm>
          <a:prstGeom prst="rect">
            <a:avLst/>
          </a:prstGeom>
          <a:noFill/>
          <a:ln w="0">
            <a:noFill/>
            <a:prstDash val="solid"/>
          </a:ln>
        </p:spPr>
        <p:txBody>
          <a:bodyPr/>
          <a:lstStyle/>
          <a:p>
            <a:pPr algn="l">
              <a:lnSpc>
                <a:spcPct val="108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latin typeface="微软雅黑" panose="020B0503020204020204" charset="-122"/>
                <a:ea typeface="微软雅黑" panose="020B0503020204020204" charset="-122"/>
                <a:cs typeface="微软雅黑" panose="020B0503020204020204" charset="-122"/>
              </a:rPr>
              <a:t>be an inspiration to sb.</a:t>
            </a:r>
            <a:endParaRPr sz="2025"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6896100" y="1676400"/>
            <a:ext cx="3714750" cy="533400"/>
          </a:xfrm>
          <a:prstGeom prst="rect">
            <a:avLst/>
          </a:prstGeom>
          <a:noFill/>
          <a:ln w="0">
            <a:noFill/>
            <a:prstDash val="solid"/>
          </a:ln>
        </p:spPr>
        <p:txBody>
          <a:bodyPr/>
          <a:lstStyle/>
          <a:p>
            <a:pPr algn="l">
              <a:lnSpc>
                <a:spcPct val="108000"/>
              </a:lnSpc>
              <a:buNone/>
              <a:defRPr sz="2025" b="0">
                <a:solidFill>
                  <a:srgbClr val="7B4B31"/>
                </a:solidFill>
                <a:latin typeface="微软雅黑" panose="020B0503020204020204" charset="-122"/>
                <a:ea typeface="微软雅黑" panose="020B0503020204020204" charset="-122"/>
                <a:cs typeface="微软雅黑" panose="020B0503020204020204" charset="-122"/>
              </a:defRPr>
            </a:pPr>
            <a:r>
              <a:rPr sz="2025" b="0">
                <a:solidFill>
                  <a:srgbClr val="7B4B31"/>
                </a:solidFill>
                <a:latin typeface="微软雅黑" panose="020B0503020204020204" charset="-122"/>
                <a:ea typeface="微软雅黑" panose="020B0503020204020204" charset="-122"/>
                <a:cs typeface="微软雅黑" panose="020B0503020204020204" charset="-122"/>
              </a:rPr>
              <a:t>对某人来说是一种鼓舞</a:t>
            </a:r>
            <a:endParaRPr sz="2025" b="0">
              <a:solidFill>
                <a:srgbClr val="7B4B31"/>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495550"/>
            <a:ext cx="10439400" cy="819150"/>
          </a:xfrm>
          <a:prstGeom prst="roundRect">
            <a:avLst>
              <a:gd name="adj" fmla="val 16279"/>
            </a:avLst>
          </a:prstGeom>
          <a:solidFill>
            <a:srgbClr val="FFFDF8"/>
          </a:solidFill>
          <a:ln w="13335">
            <a:solidFill>
              <a:srgbClr val="FFB46C"/>
            </a:solidFill>
            <a:prstDash val="solid"/>
          </a:ln>
        </p:spPr>
      </p:sp>
      <p:sp>
        <p:nvSpPr>
          <p:cNvPr id="9" name="椭圆 8"/>
          <p:cNvSpPr>
            <a:spLocks noGrp="1"/>
          </p:cNvSpPr>
          <p:nvPr/>
        </p:nvSpPr>
        <p:spPr>
          <a:xfrm>
            <a:off x="1181100" y="2762250"/>
            <a:ext cx="76200" cy="76200"/>
          </a:xfrm>
          <a:prstGeom prst="ellipse">
            <a:avLst/>
          </a:prstGeom>
          <a:solidFill>
            <a:srgbClr val="FF7A12"/>
          </a:solidFill>
          <a:ln w="0">
            <a:solidFill>
              <a:srgbClr val="FF7A12"/>
            </a:solidFill>
            <a:prstDash val="solid"/>
          </a:ln>
        </p:spPr>
      </p:sp>
      <p:sp>
        <p:nvSpPr>
          <p:cNvPr id="10" name="矩形 9"/>
          <p:cNvSpPr>
            <a:spLocks noGrp="1"/>
          </p:cNvSpPr>
          <p:nvPr/>
        </p:nvSpPr>
        <p:spPr>
          <a:xfrm>
            <a:off x="1428750" y="2667000"/>
            <a:ext cx="5143500" cy="533400"/>
          </a:xfrm>
          <a:prstGeom prst="rect">
            <a:avLst/>
          </a:prstGeom>
          <a:noFill/>
          <a:ln w="0">
            <a:noFill/>
            <a:prstDash val="solid"/>
          </a:ln>
        </p:spPr>
        <p:txBody>
          <a:bodyPr/>
          <a:lstStyle/>
          <a:p>
            <a:pPr algn="l">
              <a:lnSpc>
                <a:spcPct val="108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latin typeface="微软雅黑" panose="020B0503020204020204" charset="-122"/>
                <a:ea typeface="微软雅黑" panose="020B0503020204020204" charset="-122"/>
                <a:cs typeface="微软雅黑" panose="020B0503020204020204" charset="-122"/>
              </a:rPr>
              <a:t>look up to sb.</a:t>
            </a:r>
            <a:endParaRPr sz="2025"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6896100" y="2667000"/>
            <a:ext cx="3714750" cy="533400"/>
          </a:xfrm>
          <a:prstGeom prst="rect">
            <a:avLst/>
          </a:prstGeom>
          <a:noFill/>
          <a:ln w="0">
            <a:noFill/>
            <a:prstDash val="solid"/>
          </a:ln>
        </p:spPr>
        <p:txBody>
          <a:bodyPr/>
          <a:lstStyle/>
          <a:p>
            <a:pPr algn="l">
              <a:lnSpc>
                <a:spcPct val="108000"/>
              </a:lnSpc>
              <a:buNone/>
              <a:defRPr sz="2025" b="0">
                <a:solidFill>
                  <a:srgbClr val="7B4B31"/>
                </a:solidFill>
                <a:latin typeface="微软雅黑" panose="020B0503020204020204" charset="-122"/>
                <a:ea typeface="微软雅黑" panose="020B0503020204020204" charset="-122"/>
                <a:cs typeface="微软雅黑" panose="020B0503020204020204" charset="-122"/>
              </a:defRPr>
            </a:pPr>
            <a:r>
              <a:rPr sz="2025" b="0">
                <a:solidFill>
                  <a:srgbClr val="7B4B31"/>
                </a:solidFill>
                <a:latin typeface="微软雅黑" panose="020B0503020204020204" charset="-122"/>
                <a:ea typeface="微软雅黑" panose="020B0503020204020204" charset="-122"/>
                <a:cs typeface="微软雅黑" panose="020B0503020204020204" charset="-122"/>
              </a:rPr>
              <a:t>钦佩/仰慕某人</a:t>
            </a:r>
            <a:endParaRPr sz="2025" b="0">
              <a:solidFill>
                <a:srgbClr val="7B4B3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 name="图片 19"/>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191250" cy="704850"/>
          </a:xfrm>
          <a:prstGeom prst="rect">
            <a:avLst/>
          </a:prstGeom>
          <a:solidFill>
            <a:srgbClr val="F4F2EF"/>
          </a:solidFill>
          <a:ln w="0">
            <a:noFill/>
            <a:prstDash val="solid"/>
          </a:ln>
        </p:spPr>
      </p:sp>
      <p:sp>
        <p:nvSpPr>
          <p:cNvPr id="3" name="矩形 2"/>
          <p:cNvSpPr>
            <a:spLocks noGrp="1"/>
          </p:cNvSpPr>
          <p:nvPr/>
        </p:nvSpPr>
        <p:spPr>
          <a:xfrm>
            <a:off x="819150" y="628650"/>
            <a:ext cx="5867400" cy="552450"/>
          </a:xfrm>
          <a:prstGeom prst="rect">
            <a:avLst/>
          </a:prstGeom>
          <a:noFill/>
          <a:ln w="0">
            <a:noFill/>
            <a:prstDash val="solid"/>
          </a:ln>
        </p:spPr>
        <p:txBody>
          <a:bodyPr/>
          <a:lstStyle/>
          <a:p>
            <a:pPr algn="l">
              <a:lnSpc>
                <a:spcPct val="100000"/>
              </a:lnSpc>
              <a:buNone/>
              <a:defRPr sz="2775" b="1">
                <a:solidFill>
                  <a:srgbClr val="0F0A06"/>
                </a:solidFill>
                <a:latin typeface="微软雅黑" panose="020B0503020204020204" charset="-122"/>
                <a:ea typeface="微软雅黑" panose="020B0503020204020204" charset="-122"/>
                <a:cs typeface="微软雅黑" panose="020B0503020204020204" charset="-122"/>
              </a:defRPr>
            </a:pPr>
            <a:r>
              <a:rPr sz="2775" b="1">
                <a:solidFill>
                  <a:srgbClr val="0F0A06"/>
                </a:solidFill>
                <a:latin typeface="微软雅黑" panose="020B0503020204020204" charset="-122"/>
                <a:ea typeface="微软雅黑" panose="020B0503020204020204" charset="-122"/>
                <a:cs typeface="微软雅黑" panose="020B0503020204020204" charset="-122"/>
              </a:rPr>
              <a:t>4. 中考衔接短语</a:t>
            </a:r>
            <a:endParaRPr sz="2775" b="1">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504950"/>
            <a:ext cx="10439400" cy="819150"/>
          </a:xfrm>
          <a:prstGeom prst="roundRect">
            <a:avLst>
              <a:gd name="adj" fmla="val 16279"/>
            </a:avLst>
          </a:prstGeom>
          <a:solidFill>
            <a:srgbClr val="FFF8EF"/>
          </a:solidFill>
          <a:ln w="13335">
            <a:solidFill>
              <a:srgbClr val="FFB46C"/>
            </a:solidFill>
            <a:prstDash val="solid"/>
          </a:ln>
        </p:spPr>
      </p:sp>
      <p:sp>
        <p:nvSpPr>
          <p:cNvPr id="5" name="椭圆 4"/>
          <p:cNvSpPr>
            <a:spLocks noGrp="1"/>
          </p:cNvSpPr>
          <p:nvPr/>
        </p:nvSpPr>
        <p:spPr>
          <a:xfrm>
            <a:off x="1181100" y="1771650"/>
            <a:ext cx="76200" cy="76200"/>
          </a:xfrm>
          <a:prstGeom prst="ellipse">
            <a:avLst/>
          </a:prstGeom>
          <a:solidFill>
            <a:srgbClr val="FF7A12"/>
          </a:solidFill>
          <a:ln w="0">
            <a:solidFill>
              <a:srgbClr val="FF7A12"/>
            </a:solidFill>
            <a:prstDash val="solid"/>
          </a:ln>
        </p:spPr>
      </p:sp>
      <p:sp>
        <p:nvSpPr>
          <p:cNvPr id="6" name="矩形 5"/>
          <p:cNvSpPr>
            <a:spLocks noGrp="1"/>
          </p:cNvSpPr>
          <p:nvPr/>
        </p:nvSpPr>
        <p:spPr>
          <a:xfrm>
            <a:off x="1428750" y="1676400"/>
            <a:ext cx="5143500" cy="533400"/>
          </a:xfrm>
          <a:prstGeom prst="rect">
            <a:avLst/>
          </a:prstGeom>
          <a:noFill/>
          <a:ln w="0">
            <a:noFill/>
            <a:prstDash val="solid"/>
          </a:ln>
        </p:spPr>
        <p:txBody>
          <a:bodyPr/>
          <a:lstStyle/>
          <a:p>
            <a:pPr algn="l">
              <a:lnSpc>
                <a:spcPct val="108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latin typeface="微软雅黑" panose="020B0503020204020204" charset="-122"/>
                <a:ea typeface="微软雅黑" panose="020B0503020204020204" charset="-122"/>
                <a:cs typeface="微软雅黑" panose="020B0503020204020204" charset="-122"/>
              </a:rPr>
              <a:t>not only... but also...</a:t>
            </a:r>
            <a:endParaRPr sz="2025"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6896100" y="1676400"/>
            <a:ext cx="3714750" cy="533400"/>
          </a:xfrm>
          <a:prstGeom prst="rect">
            <a:avLst/>
          </a:prstGeom>
          <a:noFill/>
          <a:ln w="0">
            <a:noFill/>
            <a:prstDash val="solid"/>
          </a:ln>
        </p:spPr>
        <p:txBody>
          <a:bodyPr/>
          <a:lstStyle/>
          <a:p>
            <a:pPr algn="l">
              <a:lnSpc>
                <a:spcPct val="108000"/>
              </a:lnSpc>
              <a:buNone/>
              <a:defRPr sz="2025" b="0">
                <a:solidFill>
                  <a:srgbClr val="7B4B31"/>
                </a:solidFill>
                <a:latin typeface="微软雅黑" panose="020B0503020204020204" charset="-122"/>
                <a:ea typeface="微软雅黑" panose="020B0503020204020204" charset="-122"/>
                <a:cs typeface="微软雅黑" panose="020B0503020204020204" charset="-122"/>
              </a:defRPr>
            </a:pPr>
            <a:r>
              <a:rPr sz="2025" b="0">
                <a:solidFill>
                  <a:srgbClr val="7B4B31"/>
                </a:solidFill>
                <a:latin typeface="微软雅黑" panose="020B0503020204020204" charset="-122"/>
                <a:ea typeface="微软雅黑" panose="020B0503020204020204" charset="-122"/>
                <a:cs typeface="微软雅黑" panose="020B0503020204020204" charset="-122"/>
              </a:rPr>
              <a:t>不仅……而且……</a:t>
            </a:r>
            <a:endParaRPr sz="2025" b="0">
              <a:solidFill>
                <a:srgbClr val="7B4B31"/>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495550"/>
            <a:ext cx="10439400" cy="819150"/>
          </a:xfrm>
          <a:prstGeom prst="roundRect">
            <a:avLst>
              <a:gd name="adj" fmla="val 16279"/>
            </a:avLst>
          </a:prstGeom>
          <a:solidFill>
            <a:srgbClr val="FFFDF8"/>
          </a:solidFill>
          <a:ln w="13335">
            <a:solidFill>
              <a:srgbClr val="FFB46C"/>
            </a:solidFill>
            <a:prstDash val="solid"/>
          </a:ln>
        </p:spPr>
      </p:sp>
      <p:sp>
        <p:nvSpPr>
          <p:cNvPr id="9" name="椭圆 8"/>
          <p:cNvSpPr>
            <a:spLocks noGrp="1"/>
          </p:cNvSpPr>
          <p:nvPr/>
        </p:nvSpPr>
        <p:spPr>
          <a:xfrm>
            <a:off x="1181100" y="2762250"/>
            <a:ext cx="76200" cy="76200"/>
          </a:xfrm>
          <a:prstGeom prst="ellipse">
            <a:avLst/>
          </a:prstGeom>
          <a:solidFill>
            <a:srgbClr val="FF7A12"/>
          </a:solidFill>
          <a:ln w="0">
            <a:solidFill>
              <a:srgbClr val="FF7A12"/>
            </a:solidFill>
            <a:prstDash val="solid"/>
          </a:ln>
        </p:spPr>
      </p:sp>
      <p:sp>
        <p:nvSpPr>
          <p:cNvPr id="10" name="矩形 9"/>
          <p:cNvSpPr>
            <a:spLocks noGrp="1"/>
          </p:cNvSpPr>
          <p:nvPr/>
        </p:nvSpPr>
        <p:spPr>
          <a:xfrm>
            <a:off x="1428750" y="2667000"/>
            <a:ext cx="5143500" cy="533400"/>
          </a:xfrm>
          <a:prstGeom prst="rect">
            <a:avLst/>
          </a:prstGeom>
          <a:noFill/>
          <a:ln w="0">
            <a:noFill/>
            <a:prstDash val="solid"/>
          </a:ln>
        </p:spPr>
        <p:txBody>
          <a:bodyPr/>
          <a:lstStyle/>
          <a:p>
            <a:pPr algn="l">
              <a:lnSpc>
                <a:spcPct val="108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latin typeface="微软雅黑" panose="020B0503020204020204" charset="-122"/>
                <a:ea typeface="微软雅黑" panose="020B0503020204020204" charset="-122"/>
                <a:cs typeface="微软雅黑" panose="020B0503020204020204" charset="-122"/>
              </a:rPr>
              <a:t>what's more</a:t>
            </a:r>
            <a:endParaRPr sz="2025"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6896100" y="2667000"/>
            <a:ext cx="3714750" cy="533400"/>
          </a:xfrm>
          <a:prstGeom prst="rect">
            <a:avLst/>
          </a:prstGeom>
          <a:noFill/>
          <a:ln w="0">
            <a:noFill/>
            <a:prstDash val="solid"/>
          </a:ln>
        </p:spPr>
        <p:txBody>
          <a:bodyPr/>
          <a:lstStyle/>
          <a:p>
            <a:pPr algn="l">
              <a:lnSpc>
                <a:spcPct val="108000"/>
              </a:lnSpc>
              <a:buNone/>
              <a:defRPr sz="2025" b="0">
                <a:solidFill>
                  <a:srgbClr val="7B4B31"/>
                </a:solidFill>
                <a:latin typeface="微软雅黑" panose="020B0503020204020204" charset="-122"/>
                <a:ea typeface="微软雅黑" panose="020B0503020204020204" charset="-122"/>
                <a:cs typeface="微软雅黑" panose="020B0503020204020204" charset="-122"/>
              </a:defRPr>
            </a:pPr>
            <a:r>
              <a:rPr sz="2025" b="0">
                <a:solidFill>
                  <a:srgbClr val="7B4B31"/>
                </a:solidFill>
                <a:latin typeface="微软雅黑" panose="020B0503020204020204" charset="-122"/>
                <a:ea typeface="微软雅黑" panose="020B0503020204020204" charset="-122"/>
                <a:cs typeface="微软雅黑" panose="020B0503020204020204" charset="-122"/>
              </a:rPr>
              <a:t>此外；而且</a:t>
            </a:r>
            <a:endParaRPr sz="2025" b="0">
              <a:solidFill>
                <a:srgbClr val="7B4B31"/>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a:spLocks noGrp="1"/>
          </p:cNvSpPr>
          <p:nvPr/>
        </p:nvSpPr>
        <p:spPr>
          <a:xfrm>
            <a:off x="876300" y="3486150"/>
            <a:ext cx="10439400" cy="819150"/>
          </a:xfrm>
          <a:prstGeom prst="roundRect">
            <a:avLst>
              <a:gd name="adj" fmla="val 16279"/>
            </a:avLst>
          </a:prstGeom>
          <a:solidFill>
            <a:srgbClr val="FFF8EF"/>
          </a:solidFill>
          <a:ln w="13335">
            <a:solidFill>
              <a:srgbClr val="FFB46C"/>
            </a:solidFill>
            <a:prstDash val="solid"/>
          </a:ln>
        </p:spPr>
      </p:sp>
      <p:sp>
        <p:nvSpPr>
          <p:cNvPr id="13" name="椭圆 12"/>
          <p:cNvSpPr>
            <a:spLocks noGrp="1"/>
          </p:cNvSpPr>
          <p:nvPr/>
        </p:nvSpPr>
        <p:spPr>
          <a:xfrm>
            <a:off x="1181100" y="3752850"/>
            <a:ext cx="76200" cy="76200"/>
          </a:xfrm>
          <a:prstGeom prst="ellipse">
            <a:avLst/>
          </a:prstGeom>
          <a:solidFill>
            <a:srgbClr val="FF7A12"/>
          </a:solidFill>
          <a:ln w="0">
            <a:solidFill>
              <a:srgbClr val="FF7A12"/>
            </a:solidFill>
            <a:prstDash val="solid"/>
          </a:ln>
        </p:spPr>
      </p:sp>
      <p:sp>
        <p:nvSpPr>
          <p:cNvPr id="14" name="矩形 13"/>
          <p:cNvSpPr>
            <a:spLocks noGrp="1"/>
          </p:cNvSpPr>
          <p:nvPr/>
        </p:nvSpPr>
        <p:spPr>
          <a:xfrm>
            <a:off x="1428750" y="3657600"/>
            <a:ext cx="5143500" cy="533400"/>
          </a:xfrm>
          <a:prstGeom prst="rect">
            <a:avLst/>
          </a:prstGeom>
          <a:noFill/>
          <a:ln w="0">
            <a:noFill/>
            <a:prstDash val="solid"/>
          </a:ln>
        </p:spPr>
        <p:txBody>
          <a:bodyPr/>
          <a:lstStyle/>
          <a:p>
            <a:pPr algn="l">
              <a:lnSpc>
                <a:spcPct val="108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latin typeface="微软雅黑" panose="020B0503020204020204" charset="-122"/>
                <a:ea typeface="微软雅黑" panose="020B0503020204020204" charset="-122"/>
                <a:cs typeface="微软雅黑" panose="020B0503020204020204" charset="-122"/>
              </a:rPr>
              <a:t>as a result</a:t>
            </a:r>
            <a:endParaRPr sz="2025"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6896100" y="3657600"/>
            <a:ext cx="3714750" cy="533400"/>
          </a:xfrm>
          <a:prstGeom prst="rect">
            <a:avLst/>
          </a:prstGeom>
          <a:noFill/>
          <a:ln w="0">
            <a:noFill/>
            <a:prstDash val="solid"/>
          </a:ln>
        </p:spPr>
        <p:txBody>
          <a:bodyPr/>
          <a:lstStyle/>
          <a:p>
            <a:pPr algn="l">
              <a:lnSpc>
                <a:spcPct val="108000"/>
              </a:lnSpc>
              <a:buNone/>
              <a:defRPr sz="2025" b="0">
                <a:solidFill>
                  <a:srgbClr val="7B4B31"/>
                </a:solidFill>
                <a:latin typeface="微软雅黑" panose="020B0503020204020204" charset="-122"/>
                <a:ea typeface="微软雅黑" panose="020B0503020204020204" charset="-122"/>
                <a:cs typeface="微软雅黑" panose="020B0503020204020204" charset="-122"/>
              </a:defRPr>
            </a:pPr>
            <a:r>
              <a:rPr sz="2025" b="0">
                <a:solidFill>
                  <a:srgbClr val="7B4B31"/>
                </a:solidFill>
                <a:latin typeface="微软雅黑" panose="020B0503020204020204" charset="-122"/>
                <a:ea typeface="微软雅黑" panose="020B0503020204020204" charset="-122"/>
                <a:cs typeface="微软雅黑" panose="020B0503020204020204" charset="-122"/>
              </a:rPr>
              <a:t>结果；因此</a:t>
            </a:r>
            <a:endParaRPr sz="2025" b="0">
              <a:solidFill>
                <a:srgbClr val="7B4B31"/>
              </a:solidFill>
              <a:latin typeface="微软雅黑" panose="020B0503020204020204" charset="-122"/>
              <a:ea typeface="微软雅黑" panose="020B0503020204020204" charset="-122"/>
              <a:cs typeface="微软雅黑" panose="020B0503020204020204" charset="-122"/>
            </a:endParaRPr>
          </a:p>
        </p:txBody>
      </p:sp>
      <p:sp>
        <p:nvSpPr>
          <p:cNvPr id="16" name="圆角矩形 15"/>
          <p:cNvSpPr>
            <a:spLocks noGrp="1"/>
          </p:cNvSpPr>
          <p:nvPr/>
        </p:nvSpPr>
        <p:spPr>
          <a:xfrm>
            <a:off x="876300" y="4476750"/>
            <a:ext cx="10439400" cy="819150"/>
          </a:xfrm>
          <a:prstGeom prst="roundRect">
            <a:avLst>
              <a:gd name="adj" fmla="val 16279"/>
            </a:avLst>
          </a:prstGeom>
          <a:solidFill>
            <a:srgbClr val="FFFDF8"/>
          </a:solidFill>
          <a:ln w="13335">
            <a:solidFill>
              <a:srgbClr val="FFB46C"/>
            </a:solidFill>
            <a:prstDash val="solid"/>
          </a:ln>
        </p:spPr>
      </p:sp>
      <p:sp>
        <p:nvSpPr>
          <p:cNvPr id="17" name="椭圆 16"/>
          <p:cNvSpPr>
            <a:spLocks noGrp="1"/>
          </p:cNvSpPr>
          <p:nvPr/>
        </p:nvSpPr>
        <p:spPr>
          <a:xfrm>
            <a:off x="1181100" y="4743450"/>
            <a:ext cx="76200" cy="76200"/>
          </a:xfrm>
          <a:prstGeom prst="ellipse">
            <a:avLst/>
          </a:prstGeom>
          <a:solidFill>
            <a:srgbClr val="FF7A12"/>
          </a:solidFill>
          <a:ln w="0">
            <a:solidFill>
              <a:srgbClr val="FF7A12"/>
            </a:solidFill>
            <a:prstDash val="solid"/>
          </a:ln>
        </p:spPr>
      </p:sp>
      <p:sp>
        <p:nvSpPr>
          <p:cNvPr id="18" name="矩形 17"/>
          <p:cNvSpPr>
            <a:spLocks noGrp="1"/>
          </p:cNvSpPr>
          <p:nvPr/>
        </p:nvSpPr>
        <p:spPr>
          <a:xfrm>
            <a:off x="1428750" y="4648200"/>
            <a:ext cx="5143500" cy="533400"/>
          </a:xfrm>
          <a:prstGeom prst="rect">
            <a:avLst/>
          </a:prstGeom>
          <a:noFill/>
          <a:ln w="0">
            <a:noFill/>
            <a:prstDash val="solid"/>
          </a:ln>
        </p:spPr>
        <p:txBody>
          <a:bodyPr/>
          <a:lstStyle/>
          <a:p>
            <a:pPr algn="l">
              <a:lnSpc>
                <a:spcPct val="108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latin typeface="微软雅黑" panose="020B0503020204020204" charset="-122"/>
                <a:ea typeface="微软雅黑" panose="020B0503020204020204" charset="-122"/>
                <a:cs typeface="微软雅黑" panose="020B0503020204020204" charset="-122"/>
              </a:rPr>
              <a:t>set a good example for us</a:t>
            </a:r>
            <a:endParaRPr sz="2025"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6896100" y="4648200"/>
            <a:ext cx="3714750" cy="533400"/>
          </a:xfrm>
          <a:prstGeom prst="rect">
            <a:avLst/>
          </a:prstGeom>
          <a:noFill/>
          <a:ln w="0">
            <a:noFill/>
            <a:prstDash val="solid"/>
          </a:ln>
        </p:spPr>
        <p:txBody>
          <a:bodyPr/>
          <a:lstStyle/>
          <a:p>
            <a:pPr algn="l">
              <a:lnSpc>
                <a:spcPct val="108000"/>
              </a:lnSpc>
              <a:buNone/>
              <a:defRPr sz="2025" b="0">
                <a:solidFill>
                  <a:srgbClr val="7B4B31"/>
                </a:solidFill>
                <a:latin typeface="微软雅黑" panose="020B0503020204020204" charset="-122"/>
                <a:ea typeface="微软雅黑" panose="020B0503020204020204" charset="-122"/>
                <a:cs typeface="微软雅黑" panose="020B0503020204020204" charset="-122"/>
              </a:defRPr>
            </a:pPr>
            <a:r>
              <a:rPr sz="2025" b="0">
                <a:solidFill>
                  <a:srgbClr val="7B4B31"/>
                </a:solidFill>
                <a:latin typeface="微软雅黑" panose="020B0503020204020204" charset="-122"/>
                <a:ea typeface="微软雅黑" panose="020B0503020204020204" charset="-122"/>
                <a:cs typeface="微软雅黑" panose="020B0503020204020204" charset="-122"/>
              </a:rPr>
              <a:t>为我们树立了好榜样</a:t>
            </a:r>
            <a:endParaRPr sz="2025" b="0">
              <a:solidFill>
                <a:srgbClr val="7B4B3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5" grpId="0"/>
      <p:bldP spid="1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 name="图片 11"/>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191250" cy="704850"/>
          </a:xfrm>
          <a:prstGeom prst="rect">
            <a:avLst/>
          </a:prstGeom>
          <a:solidFill>
            <a:srgbClr val="F4F2EF"/>
          </a:solidFill>
          <a:ln w="0">
            <a:noFill/>
            <a:prstDash val="solid"/>
          </a:ln>
        </p:spPr>
      </p:sp>
      <p:sp>
        <p:nvSpPr>
          <p:cNvPr id="3" name="矩形 2"/>
          <p:cNvSpPr>
            <a:spLocks noGrp="1"/>
          </p:cNvSpPr>
          <p:nvPr/>
        </p:nvSpPr>
        <p:spPr>
          <a:xfrm>
            <a:off x="819150" y="628650"/>
            <a:ext cx="5867400" cy="552450"/>
          </a:xfrm>
          <a:prstGeom prst="rect">
            <a:avLst/>
          </a:prstGeom>
          <a:noFill/>
          <a:ln w="0">
            <a:noFill/>
            <a:prstDash val="solid"/>
          </a:ln>
        </p:spPr>
        <p:txBody>
          <a:bodyPr/>
          <a:lstStyle/>
          <a:p>
            <a:pPr algn="l">
              <a:lnSpc>
                <a:spcPct val="100000"/>
              </a:lnSpc>
              <a:buNone/>
              <a:defRPr sz="2775" b="1">
                <a:solidFill>
                  <a:srgbClr val="0F0A06"/>
                </a:solidFill>
                <a:latin typeface="微软雅黑" panose="020B0503020204020204" charset="-122"/>
                <a:ea typeface="微软雅黑" panose="020B0503020204020204" charset="-122"/>
                <a:cs typeface="微软雅黑" panose="020B0503020204020204" charset="-122"/>
              </a:defRPr>
            </a:pPr>
            <a:r>
              <a:rPr sz="2775" b="1">
                <a:solidFill>
                  <a:srgbClr val="0F0A06"/>
                </a:solidFill>
                <a:latin typeface="微软雅黑" panose="020B0503020204020204" charset="-122"/>
                <a:ea typeface="微软雅黑" panose="020B0503020204020204" charset="-122"/>
                <a:cs typeface="微软雅黑" panose="020B0503020204020204" charset="-122"/>
              </a:rPr>
              <a:t>4. 中考衔接短语</a:t>
            </a:r>
            <a:endParaRPr sz="2775" b="1">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504950"/>
            <a:ext cx="10439400" cy="819150"/>
          </a:xfrm>
          <a:prstGeom prst="roundRect">
            <a:avLst>
              <a:gd name="adj" fmla="val 16279"/>
            </a:avLst>
          </a:prstGeom>
          <a:solidFill>
            <a:srgbClr val="FFF8EF"/>
          </a:solidFill>
          <a:ln w="13335">
            <a:solidFill>
              <a:srgbClr val="FFB46C"/>
            </a:solidFill>
            <a:prstDash val="solid"/>
          </a:ln>
        </p:spPr>
      </p:sp>
      <p:sp>
        <p:nvSpPr>
          <p:cNvPr id="5" name="椭圆 4"/>
          <p:cNvSpPr>
            <a:spLocks noGrp="1"/>
          </p:cNvSpPr>
          <p:nvPr/>
        </p:nvSpPr>
        <p:spPr>
          <a:xfrm>
            <a:off x="1181100" y="1771650"/>
            <a:ext cx="76200" cy="76200"/>
          </a:xfrm>
          <a:prstGeom prst="ellipse">
            <a:avLst/>
          </a:prstGeom>
          <a:solidFill>
            <a:srgbClr val="FF7A12"/>
          </a:solidFill>
          <a:ln w="0">
            <a:solidFill>
              <a:srgbClr val="FF7A12"/>
            </a:solidFill>
            <a:prstDash val="solid"/>
          </a:ln>
        </p:spPr>
      </p:sp>
      <p:sp>
        <p:nvSpPr>
          <p:cNvPr id="6" name="矩形 5"/>
          <p:cNvSpPr>
            <a:spLocks noGrp="1"/>
          </p:cNvSpPr>
          <p:nvPr/>
        </p:nvSpPr>
        <p:spPr>
          <a:xfrm>
            <a:off x="1428750" y="1676400"/>
            <a:ext cx="5143500" cy="533400"/>
          </a:xfrm>
          <a:prstGeom prst="rect">
            <a:avLst/>
          </a:prstGeom>
          <a:noFill/>
          <a:ln w="0">
            <a:noFill/>
            <a:prstDash val="solid"/>
          </a:ln>
        </p:spPr>
        <p:txBody>
          <a:bodyPr/>
          <a:lstStyle/>
          <a:p>
            <a:pPr algn="l">
              <a:lnSpc>
                <a:spcPct val="108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latin typeface="微软雅黑" panose="020B0503020204020204" charset="-122"/>
                <a:ea typeface="微软雅黑" panose="020B0503020204020204" charset="-122"/>
                <a:cs typeface="微软雅黑" panose="020B0503020204020204" charset="-122"/>
              </a:rPr>
              <a:t>teach us to face difficulties bravely</a:t>
            </a:r>
            <a:endParaRPr sz="2025"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6896100" y="1676400"/>
            <a:ext cx="3714750" cy="533400"/>
          </a:xfrm>
          <a:prstGeom prst="rect">
            <a:avLst/>
          </a:prstGeom>
          <a:noFill/>
          <a:ln w="0">
            <a:noFill/>
            <a:prstDash val="solid"/>
          </a:ln>
        </p:spPr>
        <p:txBody>
          <a:bodyPr/>
          <a:lstStyle/>
          <a:p>
            <a:pPr algn="l">
              <a:lnSpc>
                <a:spcPct val="108000"/>
              </a:lnSpc>
              <a:buNone/>
              <a:defRPr sz="2025" b="0">
                <a:solidFill>
                  <a:srgbClr val="7B4B31"/>
                </a:solidFill>
                <a:latin typeface="微软雅黑" panose="020B0503020204020204" charset="-122"/>
                <a:ea typeface="微软雅黑" panose="020B0503020204020204" charset="-122"/>
                <a:cs typeface="微软雅黑" panose="020B0503020204020204" charset="-122"/>
              </a:defRPr>
            </a:pPr>
            <a:r>
              <a:rPr sz="2025" b="0">
                <a:solidFill>
                  <a:srgbClr val="7B4B31"/>
                </a:solidFill>
                <a:latin typeface="微软雅黑" panose="020B0503020204020204" charset="-122"/>
                <a:ea typeface="微软雅黑" panose="020B0503020204020204" charset="-122"/>
                <a:cs typeface="微软雅黑" panose="020B0503020204020204" charset="-122"/>
              </a:rPr>
              <a:t>教会我们勇敢面对困难</a:t>
            </a:r>
            <a:endParaRPr sz="2025" b="0">
              <a:solidFill>
                <a:srgbClr val="7B4B31"/>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495550"/>
            <a:ext cx="10439400" cy="819150"/>
          </a:xfrm>
          <a:prstGeom prst="roundRect">
            <a:avLst>
              <a:gd name="adj" fmla="val 16279"/>
            </a:avLst>
          </a:prstGeom>
          <a:solidFill>
            <a:srgbClr val="FFFDF8"/>
          </a:solidFill>
          <a:ln w="13335">
            <a:solidFill>
              <a:srgbClr val="FFB46C"/>
            </a:solidFill>
            <a:prstDash val="solid"/>
          </a:ln>
        </p:spPr>
      </p:sp>
      <p:sp>
        <p:nvSpPr>
          <p:cNvPr id="9" name="椭圆 8"/>
          <p:cNvSpPr>
            <a:spLocks noGrp="1"/>
          </p:cNvSpPr>
          <p:nvPr/>
        </p:nvSpPr>
        <p:spPr>
          <a:xfrm>
            <a:off x="1181100" y="2762250"/>
            <a:ext cx="76200" cy="76200"/>
          </a:xfrm>
          <a:prstGeom prst="ellipse">
            <a:avLst/>
          </a:prstGeom>
          <a:solidFill>
            <a:srgbClr val="FF7A12"/>
          </a:solidFill>
          <a:ln w="0">
            <a:solidFill>
              <a:srgbClr val="FF7A12"/>
            </a:solidFill>
            <a:prstDash val="solid"/>
          </a:ln>
        </p:spPr>
      </p:sp>
      <p:sp>
        <p:nvSpPr>
          <p:cNvPr id="10" name="矩形 9"/>
          <p:cNvSpPr>
            <a:spLocks noGrp="1"/>
          </p:cNvSpPr>
          <p:nvPr/>
        </p:nvSpPr>
        <p:spPr>
          <a:xfrm>
            <a:off x="1428750" y="2667000"/>
            <a:ext cx="5143500" cy="533400"/>
          </a:xfrm>
          <a:prstGeom prst="rect">
            <a:avLst/>
          </a:prstGeom>
          <a:noFill/>
          <a:ln w="0">
            <a:noFill/>
            <a:prstDash val="solid"/>
          </a:ln>
        </p:spPr>
        <p:txBody>
          <a:bodyPr/>
          <a:lstStyle/>
          <a:p>
            <a:pPr algn="l">
              <a:lnSpc>
                <a:spcPct val="108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latin typeface="微软雅黑" panose="020B0503020204020204" charset="-122"/>
                <a:ea typeface="微软雅黑" panose="020B0503020204020204" charset="-122"/>
                <a:cs typeface="微软雅黑" panose="020B0503020204020204" charset="-122"/>
              </a:rPr>
              <a:t>make great contributions to...</a:t>
            </a:r>
            <a:endParaRPr sz="2025"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6896100" y="2667000"/>
            <a:ext cx="3714750" cy="533400"/>
          </a:xfrm>
          <a:prstGeom prst="rect">
            <a:avLst/>
          </a:prstGeom>
          <a:noFill/>
          <a:ln w="0">
            <a:noFill/>
            <a:prstDash val="solid"/>
          </a:ln>
        </p:spPr>
        <p:txBody>
          <a:bodyPr/>
          <a:lstStyle/>
          <a:p>
            <a:pPr algn="l">
              <a:lnSpc>
                <a:spcPct val="108000"/>
              </a:lnSpc>
              <a:buNone/>
              <a:defRPr sz="2025" b="0">
                <a:solidFill>
                  <a:srgbClr val="7B4B31"/>
                </a:solidFill>
                <a:latin typeface="微软雅黑" panose="020B0503020204020204" charset="-122"/>
                <a:ea typeface="微软雅黑" panose="020B0503020204020204" charset="-122"/>
                <a:cs typeface="微软雅黑" panose="020B0503020204020204" charset="-122"/>
              </a:defRPr>
            </a:pPr>
            <a:r>
              <a:rPr sz="2025" b="0">
                <a:solidFill>
                  <a:srgbClr val="7B4B31"/>
                </a:solidFill>
                <a:latin typeface="微软雅黑" panose="020B0503020204020204" charset="-122"/>
                <a:ea typeface="微软雅黑" panose="020B0503020204020204" charset="-122"/>
                <a:cs typeface="微软雅黑" panose="020B0503020204020204" charset="-122"/>
              </a:rPr>
              <a:t>为……做出巨大贡献</a:t>
            </a:r>
            <a:endParaRPr sz="2025" b="0">
              <a:solidFill>
                <a:srgbClr val="7B4B3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810500" cy="876300"/>
          </a:xfrm>
          <a:prstGeom prst="rect">
            <a:avLst/>
          </a:prstGeom>
          <a:solidFill>
            <a:srgbClr val="F4F2EF"/>
          </a:solidFill>
          <a:ln w="0">
            <a:noFill/>
            <a:prstDash val="solid"/>
          </a:ln>
        </p:spPr>
      </p:sp>
      <p:sp>
        <p:nvSpPr>
          <p:cNvPr id="3" name="矩形 2"/>
          <p:cNvSpPr>
            <a:spLocks noGrp="1"/>
          </p:cNvSpPr>
          <p:nvPr/>
        </p:nvSpPr>
        <p:spPr>
          <a:xfrm>
            <a:off x="819150" y="628650"/>
            <a:ext cx="7486650" cy="723900"/>
          </a:xfrm>
          <a:prstGeom prst="rect">
            <a:avLst/>
          </a:prstGeom>
          <a:noFill/>
          <a:ln w="0">
            <a:noFill/>
            <a:prstDash val="solid"/>
          </a:ln>
        </p:spPr>
        <p:txBody>
          <a:bodyPr/>
          <a:lstStyle/>
          <a:p>
            <a:pPr algn="l">
              <a:lnSpc>
                <a:spcPct val="100000"/>
              </a:lnSpc>
              <a:buNone/>
              <a:defRPr sz="2400" b="1">
                <a:solidFill>
                  <a:srgbClr val="0F0A06"/>
                </a:solidFill>
                <a:latin typeface="微软雅黑" panose="020B0503020204020204" charset="-122"/>
                <a:ea typeface="微软雅黑" panose="020B0503020204020204" charset="-122"/>
                <a:cs typeface="微软雅黑" panose="020B0503020204020204" charset="-122"/>
              </a:defRPr>
            </a:pPr>
            <a:r>
              <a:rPr sz="2400" b="1">
                <a:solidFill>
                  <a:srgbClr val="0F0A06"/>
                </a:solidFill>
                <a:latin typeface="微软雅黑" panose="020B0503020204020204" charset="-122"/>
                <a:ea typeface="微软雅黑" panose="020B0503020204020204" charset="-122"/>
                <a:cs typeface="微软雅黑" panose="020B0503020204020204" charset="-122"/>
              </a:rPr>
              <a:t>四、高分句型练习（单元核心句型+必考）</a:t>
            </a:r>
            <a:endParaRPr sz="2400" b="1">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1257300" y="2343150"/>
            <a:ext cx="9677400" cy="1619250"/>
          </a:xfrm>
          <a:prstGeom prst="roundRect">
            <a:avLst>
              <a:gd name="adj" fmla="val 8235"/>
            </a:avLst>
          </a:prstGeom>
          <a:solidFill>
            <a:srgbClr val="FFF7EC"/>
          </a:solidFill>
          <a:ln w="13335">
            <a:solidFill>
              <a:srgbClr val="FFB46C"/>
            </a:solidFill>
            <a:prstDash val="solid"/>
          </a:ln>
        </p:spPr>
      </p:sp>
      <p:sp>
        <p:nvSpPr>
          <p:cNvPr id="5" name="矩形 4"/>
          <p:cNvSpPr>
            <a:spLocks noGrp="1"/>
          </p:cNvSpPr>
          <p:nvPr/>
        </p:nvSpPr>
        <p:spPr>
          <a:xfrm>
            <a:off x="1714500" y="2781300"/>
            <a:ext cx="8763000" cy="742950"/>
          </a:xfrm>
          <a:prstGeom prst="rect">
            <a:avLst/>
          </a:prstGeom>
          <a:noFill/>
          <a:ln w="0">
            <a:noFill/>
            <a:prstDash val="solid"/>
          </a:ln>
        </p:spPr>
        <p:txBody>
          <a:bodyPr/>
          <a:lstStyle/>
          <a:p>
            <a:pPr algn="ctr">
              <a:lnSpc>
                <a:spcPct val="105000"/>
              </a:lnSpc>
              <a:buNone/>
              <a:defRPr sz="2775" b="1">
                <a:solidFill>
                  <a:srgbClr val="C84F00"/>
                </a:solidFill>
                <a:latin typeface="微软雅黑" panose="020B0503020204020204" charset="-122"/>
                <a:ea typeface="微软雅黑" panose="020B0503020204020204" charset="-122"/>
                <a:cs typeface="微软雅黑" panose="020B0503020204020204" charset="-122"/>
              </a:defRPr>
            </a:pPr>
            <a:r>
              <a:rPr sz="2775" b="1">
                <a:solidFill>
                  <a:srgbClr val="C84F00"/>
                </a:solidFill>
                <a:latin typeface="微软雅黑" panose="020B0503020204020204" charset="-122"/>
                <a:ea typeface="微软雅黑" panose="020B0503020204020204" charset="-122"/>
                <a:cs typeface="微软雅黑" panose="020B0503020204020204" charset="-122"/>
              </a:rPr>
              <a:t>四、高分句型练习（单元核心句型+必考）</a:t>
            </a:r>
            <a:endParaRPr sz="2775" b="1">
              <a:solidFill>
                <a:srgbClr val="C84F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 name="图片 11"/>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810500" cy="704850"/>
          </a:xfrm>
          <a:prstGeom prst="rect">
            <a:avLst/>
          </a:prstGeom>
          <a:solidFill>
            <a:srgbClr val="F4F2EF"/>
          </a:solidFill>
          <a:ln w="0">
            <a:noFill/>
            <a:prstDash val="solid"/>
          </a:ln>
        </p:spPr>
      </p:sp>
      <p:sp>
        <p:nvSpPr>
          <p:cNvPr id="3" name="矩形 2"/>
          <p:cNvSpPr>
            <a:spLocks noGrp="1"/>
          </p:cNvSpPr>
          <p:nvPr/>
        </p:nvSpPr>
        <p:spPr>
          <a:xfrm>
            <a:off x="819150" y="628650"/>
            <a:ext cx="7486650" cy="552450"/>
          </a:xfrm>
          <a:prstGeom prst="rect">
            <a:avLst/>
          </a:prstGeom>
          <a:noFill/>
          <a:ln w="0">
            <a:noFill/>
            <a:prstDash val="solid"/>
          </a:ln>
        </p:spPr>
        <p:txBody>
          <a:bodyPr/>
          <a:lstStyle/>
          <a:p>
            <a:pPr algn="l">
              <a:lnSpc>
                <a:spcPct val="100000"/>
              </a:lnSpc>
              <a:buNone/>
              <a:defRPr sz="2775" b="1">
                <a:solidFill>
                  <a:srgbClr val="0F0A06"/>
                </a:solidFill>
                <a:latin typeface="微软雅黑" panose="020B0503020204020204" charset="-122"/>
                <a:ea typeface="微软雅黑" panose="020B0503020204020204" charset="-122"/>
                <a:cs typeface="微软雅黑" panose="020B0503020204020204" charset="-122"/>
              </a:defRPr>
            </a:pPr>
            <a:r>
              <a:rPr sz="2775" b="1">
                <a:solidFill>
                  <a:srgbClr val="0F0A06"/>
                </a:solidFill>
                <a:latin typeface="微软雅黑" panose="020B0503020204020204" charset="-122"/>
                <a:ea typeface="微软雅黑" panose="020B0503020204020204" charset="-122"/>
                <a:cs typeface="微软雅黑" panose="020B0503020204020204" charset="-122"/>
              </a:rPr>
              <a:t>1. 开头段（引入人物，奠定基调）</a:t>
            </a:r>
            <a:endParaRPr sz="2775" b="1">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800225"/>
            <a:ext cx="10439400" cy="1809750"/>
          </a:xfrm>
          <a:prstGeom prst="roundRect">
            <a:avLst>
              <a:gd name="adj" fmla="val 7368"/>
            </a:avLst>
          </a:prstGeom>
          <a:solidFill>
            <a:srgbClr val="FFF8EF"/>
          </a:solidFill>
          <a:ln w="13335">
            <a:solidFill>
              <a:srgbClr val="FFB46C"/>
            </a:solidFill>
            <a:prstDash val="solid"/>
          </a:ln>
        </p:spPr>
      </p:sp>
      <p:sp>
        <p:nvSpPr>
          <p:cNvPr id="5" name="矩形 4"/>
          <p:cNvSpPr>
            <a:spLocks noGrp="1"/>
          </p:cNvSpPr>
          <p:nvPr/>
        </p:nvSpPr>
        <p:spPr>
          <a:xfrm>
            <a:off x="1257300" y="2047875"/>
            <a:ext cx="9677400" cy="685800"/>
          </a:xfrm>
          <a:prstGeom prst="rect">
            <a:avLst/>
          </a:prstGeom>
          <a:noFill/>
          <a:ln w="0">
            <a:noFill/>
            <a:prstDash val="solid"/>
          </a:ln>
        </p:spPr>
        <p:txBody>
          <a:bodyPr/>
          <a:lstStyle/>
          <a:p>
            <a:pPr algn="l">
              <a:lnSpc>
                <a:spcPct val="112000"/>
              </a:lnSpc>
              <a:buNone/>
              <a:defRPr sz="2400" b="0">
                <a:solidFill>
                  <a:srgbClr val="22160F"/>
                </a:solidFill>
                <a:latin typeface="微软雅黑" panose="020B0503020204020204" charset="-122"/>
                <a:ea typeface="微软雅黑" panose="020B0503020204020204" charset="-122"/>
                <a:cs typeface="微软雅黑" panose="020B0503020204020204" charset="-122"/>
              </a:defRPr>
            </a:pPr>
            <a:r>
              <a:rPr sz="2400" b="0">
                <a:solidFill>
                  <a:srgbClr val="22160F"/>
                </a:solidFill>
                <a:latin typeface="微软雅黑" panose="020B0503020204020204" charset="-122"/>
                <a:ea typeface="微软雅黑" panose="020B0503020204020204" charset="-122"/>
                <a:cs typeface="微软雅黑" panose="020B0503020204020204" charset="-122"/>
              </a:rPr>
              <a:t>我最敬佩的人是袁隆平，他被誉为“杂交水稻之父”。</a:t>
            </a:r>
            <a:endParaRPr sz="2400"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1257300" y="3152775"/>
            <a:ext cx="9677400" cy="19050"/>
          </a:xfrm>
          <a:prstGeom prst="rect">
            <a:avLst/>
          </a:prstGeom>
          <a:solidFill>
            <a:srgbClr val="F2C08E"/>
          </a:solidFill>
          <a:ln w="0">
            <a:solidFill>
              <a:srgbClr val="F2C08E"/>
            </a:solidFill>
            <a:prstDash val="solid"/>
          </a:ln>
        </p:spPr>
      </p:sp>
      <p:sp>
        <p:nvSpPr>
          <p:cNvPr id="7" name="矩形 6"/>
          <p:cNvSpPr>
            <a:spLocks noGrp="1"/>
          </p:cNvSpPr>
          <p:nvPr/>
        </p:nvSpPr>
        <p:spPr>
          <a:xfrm>
            <a:off x="1257300" y="2790825"/>
            <a:ext cx="9677400" cy="609600"/>
          </a:xfrm>
          <a:prstGeom prst="rect">
            <a:avLst/>
          </a:prstGeom>
          <a:noFill/>
          <a:ln w="0">
            <a:noFill/>
            <a:prstDash val="solid"/>
          </a:ln>
        </p:spPr>
        <p:txBody>
          <a:bodyPr/>
          <a:lstStyle/>
          <a:p>
            <a:pPr algn="l">
              <a:lnSpc>
                <a:spcPct val="108000"/>
              </a:lnSpc>
              <a:buNone/>
              <a:defRPr sz="2025" b="1">
                <a:solidFill>
                  <a:srgbClr val="C8261F"/>
                </a:solidFill>
                <a:latin typeface="微软雅黑" panose="020B0503020204020204" charset="-122"/>
                <a:ea typeface="微软雅黑" panose="020B0503020204020204" charset="-122"/>
                <a:cs typeface="微软雅黑" panose="020B0503020204020204" charset="-122"/>
              </a:defRPr>
            </a:pPr>
            <a:r>
              <a:rPr sz="2025" b="1">
                <a:solidFill>
                  <a:srgbClr val="C8261F"/>
                </a:solidFill>
                <a:latin typeface="微软雅黑" panose="020B0503020204020204" charset="-122"/>
                <a:ea typeface="微软雅黑" panose="020B0503020204020204" charset="-122"/>
                <a:cs typeface="微软雅黑" panose="020B0503020204020204" charset="-122"/>
              </a:rPr>
              <a:t>The person I admire most is Yuan Longping, who is known as "the Father of Hybrid Rice".</a:t>
            </a:r>
            <a:endParaRPr sz="2025" b="1">
              <a:solidFill>
                <a:srgbClr val="C8261F"/>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3895725"/>
            <a:ext cx="10439400" cy="1809750"/>
          </a:xfrm>
          <a:prstGeom prst="roundRect">
            <a:avLst>
              <a:gd name="adj" fmla="val 7368"/>
            </a:avLst>
          </a:prstGeom>
          <a:solidFill>
            <a:srgbClr val="FFFDF8"/>
          </a:solidFill>
          <a:ln w="13335">
            <a:solidFill>
              <a:srgbClr val="FFB46C"/>
            </a:solidFill>
            <a:prstDash val="solid"/>
          </a:ln>
        </p:spPr>
      </p:sp>
      <p:sp>
        <p:nvSpPr>
          <p:cNvPr id="9" name="矩形 8"/>
          <p:cNvSpPr>
            <a:spLocks noGrp="1"/>
          </p:cNvSpPr>
          <p:nvPr/>
        </p:nvSpPr>
        <p:spPr>
          <a:xfrm>
            <a:off x="1257300" y="4143375"/>
            <a:ext cx="9677400" cy="685800"/>
          </a:xfrm>
          <a:prstGeom prst="rect">
            <a:avLst/>
          </a:prstGeom>
          <a:noFill/>
          <a:ln w="0">
            <a:noFill/>
            <a:prstDash val="solid"/>
          </a:ln>
        </p:spPr>
        <p:txBody>
          <a:bodyPr/>
          <a:lstStyle/>
          <a:p>
            <a:pPr algn="l">
              <a:lnSpc>
                <a:spcPct val="112000"/>
              </a:lnSpc>
              <a:buNone/>
              <a:defRPr sz="2400" b="0">
                <a:solidFill>
                  <a:srgbClr val="22160F"/>
                </a:solidFill>
                <a:latin typeface="微软雅黑" panose="020B0503020204020204" charset="-122"/>
                <a:ea typeface="微软雅黑" panose="020B0503020204020204" charset="-122"/>
                <a:cs typeface="微软雅黑" panose="020B0503020204020204" charset="-122"/>
              </a:defRPr>
            </a:pPr>
            <a:r>
              <a:rPr sz="2400" b="0">
                <a:solidFill>
                  <a:srgbClr val="22160F"/>
                </a:solidFill>
                <a:latin typeface="微软雅黑" panose="020B0503020204020204" charset="-122"/>
                <a:ea typeface="微软雅黑" panose="020B0503020204020204" charset="-122"/>
                <a:cs typeface="微软雅黑" panose="020B0503020204020204" charset="-122"/>
              </a:rPr>
              <a:t>在世界历史上，有很多鼓舞人心的人物，而最让我印象深刻的是屠呦呦。</a:t>
            </a:r>
            <a:endParaRPr sz="2400"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1257300" y="5248275"/>
            <a:ext cx="9677400" cy="19050"/>
          </a:xfrm>
          <a:prstGeom prst="rect">
            <a:avLst/>
          </a:prstGeom>
          <a:solidFill>
            <a:srgbClr val="F2C08E"/>
          </a:solidFill>
          <a:ln w="0">
            <a:solidFill>
              <a:srgbClr val="F2C08E"/>
            </a:solidFill>
            <a:prstDash val="solid"/>
          </a:ln>
        </p:spPr>
      </p:sp>
      <p:sp>
        <p:nvSpPr>
          <p:cNvPr id="11" name="矩形 10"/>
          <p:cNvSpPr>
            <a:spLocks noGrp="1"/>
          </p:cNvSpPr>
          <p:nvPr/>
        </p:nvSpPr>
        <p:spPr>
          <a:xfrm>
            <a:off x="1257300" y="4886325"/>
            <a:ext cx="9677400" cy="609600"/>
          </a:xfrm>
          <a:prstGeom prst="rect">
            <a:avLst/>
          </a:prstGeom>
          <a:noFill/>
          <a:ln w="0">
            <a:noFill/>
            <a:prstDash val="solid"/>
          </a:ln>
        </p:spPr>
        <p:txBody>
          <a:bodyPr/>
          <a:lstStyle/>
          <a:p>
            <a:pPr algn="l">
              <a:lnSpc>
                <a:spcPct val="108000"/>
              </a:lnSpc>
              <a:buNone/>
              <a:defRPr sz="2025" b="1">
                <a:solidFill>
                  <a:srgbClr val="C8261F"/>
                </a:solidFill>
                <a:latin typeface="微软雅黑" panose="020B0503020204020204" charset="-122"/>
                <a:ea typeface="微软雅黑" panose="020B0503020204020204" charset="-122"/>
                <a:cs typeface="微软雅黑" panose="020B0503020204020204" charset="-122"/>
              </a:defRPr>
            </a:pPr>
            <a:r>
              <a:rPr sz="2025" b="1">
                <a:solidFill>
                  <a:srgbClr val="C8261F"/>
                </a:solidFill>
                <a:latin typeface="微软雅黑" panose="020B0503020204020204" charset="-122"/>
                <a:ea typeface="微软雅黑" panose="020B0503020204020204" charset="-122"/>
                <a:cs typeface="微软雅黑" panose="020B0503020204020204" charset="-122"/>
              </a:rPr>
              <a:t>There are many inspiring people in the history of the world, and the one who impresses me most is Tu Youyou.</a:t>
            </a:r>
            <a:endParaRPr sz="2025" b="1">
              <a:solidFill>
                <a:srgbClr val="C8261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810500" cy="704850"/>
          </a:xfrm>
          <a:prstGeom prst="rect">
            <a:avLst/>
          </a:prstGeom>
          <a:solidFill>
            <a:srgbClr val="F4F2EF"/>
          </a:solidFill>
          <a:ln w="0">
            <a:noFill/>
            <a:prstDash val="solid"/>
          </a:ln>
        </p:spPr>
      </p:sp>
      <p:sp>
        <p:nvSpPr>
          <p:cNvPr id="3" name="矩形 2"/>
          <p:cNvSpPr>
            <a:spLocks noGrp="1"/>
          </p:cNvSpPr>
          <p:nvPr/>
        </p:nvSpPr>
        <p:spPr>
          <a:xfrm>
            <a:off x="819150" y="628650"/>
            <a:ext cx="7486650" cy="552450"/>
          </a:xfrm>
          <a:prstGeom prst="rect">
            <a:avLst/>
          </a:prstGeom>
          <a:noFill/>
          <a:ln w="0">
            <a:noFill/>
            <a:prstDash val="solid"/>
          </a:ln>
        </p:spPr>
        <p:txBody>
          <a:bodyPr/>
          <a:lstStyle/>
          <a:p>
            <a:pPr algn="l">
              <a:lnSpc>
                <a:spcPct val="100000"/>
              </a:lnSpc>
              <a:buNone/>
              <a:defRPr sz="2775" b="1">
                <a:solidFill>
                  <a:srgbClr val="0F0A06"/>
                </a:solidFill>
                <a:latin typeface="微软雅黑" panose="020B0503020204020204" charset="-122"/>
                <a:ea typeface="微软雅黑" panose="020B0503020204020204" charset="-122"/>
                <a:cs typeface="微软雅黑" panose="020B0503020204020204" charset="-122"/>
              </a:defRPr>
            </a:pPr>
            <a:r>
              <a:rPr sz="2775" b="1">
                <a:solidFill>
                  <a:srgbClr val="0F0A06"/>
                </a:solidFill>
                <a:latin typeface="微软雅黑" panose="020B0503020204020204" charset="-122"/>
                <a:ea typeface="微软雅黑" panose="020B0503020204020204" charset="-122"/>
                <a:cs typeface="微软雅黑" panose="020B0503020204020204" charset="-122"/>
              </a:rPr>
              <a:t>1. 开头段（引入人物，奠定基调）</a:t>
            </a:r>
            <a:endParaRPr sz="2775" b="1">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2038350"/>
            <a:ext cx="10439400" cy="2857500"/>
          </a:xfrm>
          <a:prstGeom prst="roundRect">
            <a:avLst>
              <a:gd name="adj" fmla="val 4667"/>
            </a:avLst>
          </a:prstGeom>
          <a:solidFill>
            <a:srgbClr val="FFF8EF"/>
          </a:solidFill>
          <a:ln w="13335">
            <a:solidFill>
              <a:srgbClr val="FFB46C"/>
            </a:solidFill>
            <a:prstDash val="solid"/>
          </a:ln>
        </p:spPr>
      </p:sp>
      <p:sp>
        <p:nvSpPr>
          <p:cNvPr id="5" name="矩形 4"/>
          <p:cNvSpPr>
            <a:spLocks noGrp="1"/>
          </p:cNvSpPr>
          <p:nvPr/>
        </p:nvSpPr>
        <p:spPr>
          <a:xfrm>
            <a:off x="1257300" y="2286000"/>
            <a:ext cx="9677400" cy="685800"/>
          </a:xfrm>
          <a:prstGeom prst="rect">
            <a:avLst/>
          </a:prstGeom>
          <a:noFill/>
          <a:ln w="0">
            <a:noFill/>
            <a:prstDash val="solid"/>
          </a:ln>
        </p:spPr>
        <p:txBody>
          <a:bodyPr/>
          <a:lstStyle/>
          <a:p>
            <a:pPr algn="l">
              <a:lnSpc>
                <a:spcPct val="112000"/>
              </a:lnSpc>
              <a:buNone/>
              <a:defRPr sz="2400" b="0">
                <a:solidFill>
                  <a:srgbClr val="22160F"/>
                </a:solidFill>
                <a:latin typeface="微软雅黑" panose="020B0503020204020204" charset="-122"/>
                <a:ea typeface="微软雅黑" panose="020B0503020204020204" charset="-122"/>
                <a:cs typeface="微软雅黑" panose="020B0503020204020204" charset="-122"/>
              </a:defRPr>
            </a:pPr>
            <a:r>
              <a:rPr sz="2400" b="0">
                <a:solidFill>
                  <a:srgbClr val="22160F"/>
                </a:solidFill>
                <a:latin typeface="微软雅黑" panose="020B0503020204020204" charset="-122"/>
                <a:ea typeface="微软雅黑" panose="020B0503020204020204" charset="-122"/>
                <a:cs typeface="微软雅黑" panose="020B0503020204020204" charset="-122"/>
              </a:rPr>
              <a:t>对我来说，最鼓舞人心的人是我的班主任，她总是在我遇到困难的时候鼓励我。</a:t>
            </a:r>
            <a:endParaRPr sz="2400"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1257300" y="4438650"/>
            <a:ext cx="9677400" cy="19050"/>
          </a:xfrm>
          <a:prstGeom prst="rect">
            <a:avLst/>
          </a:prstGeom>
          <a:solidFill>
            <a:srgbClr val="F2C08E"/>
          </a:solidFill>
          <a:ln w="0">
            <a:solidFill>
              <a:srgbClr val="F2C08E"/>
            </a:solidFill>
            <a:prstDash val="solid"/>
          </a:ln>
        </p:spPr>
      </p:sp>
      <p:sp>
        <p:nvSpPr>
          <p:cNvPr id="7" name="矩形 6"/>
          <p:cNvSpPr>
            <a:spLocks noGrp="1"/>
          </p:cNvSpPr>
          <p:nvPr/>
        </p:nvSpPr>
        <p:spPr>
          <a:xfrm>
            <a:off x="1271905" y="3574415"/>
            <a:ext cx="9677400" cy="778510"/>
          </a:xfrm>
          <a:prstGeom prst="rect">
            <a:avLst/>
          </a:prstGeom>
          <a:noFill/>
          <a:ln w="0">
            <a:noFill/>
            <a:prstDash val="solid"/>
          </a:ln>
        </p:spPr>
        <p:txBody>
          <a:bodyPr/>
          <a:lstStyle/>
          <a:p>
            <a:pPr algn="l">
              <a:lnSpc>
                <a:spcPct val="108000"/>
              </a:lnSpc>
              <a:buNone/>
              <a:defRPr sz="2025" b="1">
                <a:solidFill>
                  <a:srgbClr val="C8261F"/>
                </a:solidFill>
                <a:latin typeface="微软雅黑" panose="020B0503020204020204" charset="-122"/>
                <a:ea typeface="微软雅黑" panose="020B0503020204020204" charset="-122"/>
                <a:cs typeface="微软雅黑" panose="020B0503020204020204" charset="-122"/>
              </a:defRPr>
            </a:pPr>
            <a:r>
              <a:rPr sz="2025" b="1">
                <a:solidFill>
                  <a:srgbClr val="C8261F"/>
                </a:solidFill>
                <a:latin typeface="微软雅黑" panose="020B0503020204020204" charset="-122"/>
                <a:ea typeface="微软雅黑" panose="020B0503020204020204" charset="-122"/>
                <a:cs typeface="微软雅黑" panose="020B0503020204020204" charset="-122"/>
              </a:rPr>
              <a:t>For me, the most inspiring person is my head teacher, who always encourages me when I meet difficulties.</a:t>
            </a:r>
            <a:endParaRPr sz="2025" b="1">
              <a:solidFill>
                <a:srgbClr val="C8261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810500" cy="876300"/>
          </a:xfrm>
          <a:prstGeom prst="rect">
            <a:avLst/>
          </a:prstGeom>
          <a:solidFill>
            <a:srgbClr val="F4F2EF"/>
          </a:solidFill>
          <a:ln w="0">
            <a:noFill/>
            <a:prstDash val="solid"/>
          </a:ln>
        </p:spPr>
      </p:sp>
      <p:sp>
        <p:nvSpPr>
          <p:cNvPr id="3" name="矩形 2"/>
          <p:cNvSpPr>
            <a:spLocks noGrp="1"/>
          </p:cNvSpPr>
          <p:nvPr/>
        </p:nvSpPr>
        <p:spPr>
          <a:xfrm>
            <a:off x="819150" y="628650"/>
            <a:ext cx="7486650" cy="723900"/>
          </a:xfrm>
          <a:prstGeom prst="rect">
            <a:avLst/>
          </a:prstGeom>
          <a:noFill/>
          <a:ln w="0">
            <a:noFill/>
            <a:prstDash val="solid"/>
          </a:ln>
        </p:spPr>
        <p:txBody>
          <a:bodyPr/>
          <a:lstStyle/>
          <a:p>
            <a:pPr algn="l">
              <a:lnSpc>
                <a:spcPct val="100000"/>
              </a:lnSpc>
              <a:buNone/>
              <a:defRPr sz="2400" b="1">
                <a:solidFill>
                  <a:srgbClr val="0F0A06"/>
                </a:solidFill>
                <a:latin typeface="微软雅黑" panose="020B0503020204020204" charset="-122"/>
                <a:ea typeface="微软雅黑" panose="020B0503020204020204" charset="-122"/>
                <a:cs typeface="微软雅黑" panose="020B0503020204020204" charset="-122"/>
              </a:defRPr>
            </a:pPr>
            <a:r>
              <a:rPr sz="2400" b="1">
                <a:solidFill>
                  <a:srgbClr val="0F0A06"/>
                </a:solidFill>
                <a:latin typeface="微软雅黑" panose="020B0503020204020204" charset="-122"/>
                <a:ea typeface="微软雅黑" panose="020B0503020204020204" charset="-122"/>
                <a:cs typeface="微软雅黑" panose="020B0503020204020204" charset="-122"/>
              </a:rPr>
              <a:t>2. 中间段（事迹+品质，核心语法落地）</a:t>
            </a:r>
            <a:endParaRPr sz="2400" b="1">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2038350"/>
            <a:ext cx="10439400" cy="2857500"/>
          </a:xfrm>
          <a:prstGeom prst="roundRect">
            <a:avLst>
              <a:gd name="adj" fmla="val 4667"/>
            </a:avLst>
          </a:prstGeom>
          <a:solidFill>
            <a:srgbClr val="FFF8EF"/>
          </a:solidFill>
          <a:ln w="13335">
            <a:solidFill>
              <a:srgbClr val="FFB46C"/>
            </a:solidFill>
            <a:prstDash val="solid"/>
          </a:ln>
        </p:spPr>
      </p:sp>
      <p:sp>
        <p:nvSpPr>
          <p:cNvPr id="5" name="矩形 4"/>
          <p:cNvSpPr>
            <a:spLocks noGrp="1"/>
          </p:cNvSpPr>
          <p:nvPr/>
        </p:nvSpPr>
        <p:spPr>
          <a:xfrm>
            <a:off x="1257300" y="2286000"/>
            <a:ext cx="9677400" cy="685800"/>
          </a:xfrm>
          <a:prstGeom prst="rect">
            <a:avLst/>
          </a:prstGeom>
          <a:noFill/>
          <a:ln w="0">
            <a:noFill/>
            <a:prstDash val="solid"/>
          </a:ln>
        </p:spPr>
        <p:txBody>
          <a:bodyPr/>
          <a:lstStyle/>
          <a:p>
            <a:pPr algn="l">
              <a:lnSpc>
                <a:spcPct val="112000"/>
              </a:lnSpc>
              <a:buNone/>
              <a:defRPr sz="2400" b="0">
                <a:solidFill>
                  <a:srgbClr val="22160F"/>
                </a:solidFill>
                <a:latin typeface="微软雅黑" panose="020B0503020204020204" charset="-122"/>
                <a:ea typeface="微软雅黑" panose="020B0503020204020204" charset="-122"/>
                <a:cs typeface="微软雅黑" panose="020B0503020204020204" charset="-122"/>
              </a:defRPr>
            </a:pPr>
            <a:r>
              <a:rPr sz="2400" b="0">
                <a:solidFill>
                  <a:srgbClr val="22160F"/>
                </a:solidFill>
                <a:latin typeface="微软雅黑" panose="020B0503020204020204" charset="-122"/>
                <a:ea typeface="微软雅黑" panose="020B0503020204020204" charset="-122"/>
                <a:cs typeface="微软雅黑" panose="020B0503020204020204" charset="-122"/>
              </a:rPr>
              <a:t>袁隆平研发出新型水稻，帮助减少饥饿，这真是太伟大了。</a:t>
            </a:r>
            <a:endParaRPr sz="2400"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1257300" y="4438650"/>
            <a:ext cx="9677400" cy="19050"/>
          </a:xfrm>
          <a:prstGeom prst="rect">
            <a:avLst/>
          </a:prstGeom>
          <a:solidFill>
            <a:srgbClr val="F2C08E"/>
          </a:solidFill>
          <a:ln w="0">
            <a:solidFill>
              <a:srgbClr val="F2C08E"/>
            </a:solidFill>
            <a:prstDash val="solid"/>
          </a:ln>
        </p:spPr>
      </p:sp>
      <p:sp>
        <p:nvSpPr>
          <p:cNvPr id="7" name="矩形 6"/>
          <p:cNvSpPr>
            <a:spLocks noGrp="1"/>
          </p:cNvSpPr>
          <p:nvPr/>
        </p:nvSpPr>
        <p:spPr>
          <a:xfrm>
            <a:off x="1257300" y="3602990"/>
            <a:ext cx="9677400" cy="840105"/>
          </a:xfrm>
          <a:prstGeom prst="rect">
            <a:avLst/>
          </a:prstGeom>
          <a:noFill/>
          <a:ln w="0">
            <a:noFill/>
            <a:prstDash val="solid"/>
          </a:ln>
        </p:spPr>
        <p:txBody>
          <a:bodyPr/>
          <a:lstStyle/>
          <a:p>
            <a:pPr algn="l">
              <a:lnSpc>
                <a:spcPct val="108000"/>
              </a:lnSpc>
              <a:buNone/>
              <a:defRPr sz="2025" b="1">
                <a:solidFill>
                  <a:srgbClr val="C8261F"/>
                </a:solidFill>
                <a:latin typeface="微软雅黑" panose="020B0503020204020204" charset="-122"/>
                <a:ea typeface="微软雅黑" panose="020B0503020204020204" charset="-122"/>
                <a:cs typeface="微软雅黑" panose="020B0503020204020204" charset="-122"/>
              </a:defRPr>
            </a:pPr>
            <a:r>
              <a:rPr sz="2025" b="1">
                <a:solidFill>
                  <a:srgbClr val="C8261F"/>
                </a:solidFill>
                <a:latin typeface="微软雅黑" panose="020B0503020204020204" charset="-122"/>
                <a:ea typeface="微软雅黑" panose="020B0503020204020204" charset="-122"/>
                <a:cs typeface="微软雅黑" panose="020B0503020204020204" charset="-122"/>
              </a:rPr>
              <a:t>It was great of Yuan Longping to develop a new kind of rice and help reduce hunger.</a:t>
            </a:r>
            <a:endParaRPr sz="2025" b="1">
              <a:solidFill>
                <a:srgbClr val="C8261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810500" cy="876300"/>
          </a:xfrm>
          <a:prstGeom prst="rect">
            <a:avLst/>
          </a:prstGeom>
          <a:solidFill>
            <a:srgbClr val="F4F2EF"/>
          </a:solidFill>
          <a:ln w="0">
            <a:noFill/>
            <a:prstDash val="solid"/>
          </a:ln>
        </p:spPr>
      </p:sp>
      <p:sp>
        <p:nvSpPr>
          <p:cNvPr id="3" name="矩形 2"/>
          <p:cNvSpPr>
            <a:spLocks noGrp="1"/>
          </p:cNvSpPr>
          <p:nvPr/>
        </p:nvSpPr>
        <p:spPr>
          <a:xfrm>
            <a:off x="819150" y="628650"/>
            <a:ext cx="7486650" cy="723900"/>
          </a:xfrm>
          <a:prstGeom prst="rect">
            <a:avLst/>
          </a:prstGeom>
          <a:noFill/>
          <a:ln w="0">
            <a:noFill/>
            <a:prstDash val="solid"/>
          </a:ln>
        </p:spPr>
        <p:txBody>
          <a:bodyPr/>
          <a:lstStyle/>
          <a:p>
            <a:pPr algn="l">
              <a:lnSpc>
                <a:spcPct val="100000"/>
              </a:lnSpc>
              <a:buNone/>
              <a:defRPr sz="2400" b="1">
                <a:solidFill>
                  <a:srgbClr val="0F0A06"/>
                </a:solidFill>
                <a:latin typeface="微软雅黑" panose="020B0503020204020204" charset="-122"/>
                <a:ea typeface="微软雅黑" panose="020B0503020204020204" charset="-122"/>
                <a:cs typeface="微软雅黑" panose="020B0503020204020204" charset="-122"/>
              </a:defRPr>
            </a:pPr>
            <a:r>
              <a:rPr sz="2400" b="1">
                <a:solidFill>
                  <a:srgbClr val="0F0A06"/>
                </a:solidFill>
                <a:latin typeface="微软雅黑" panose="020B0503020204020204" charset="-122"/>
                <a:ea typeface="微软雅黑" panose="020B0503020204020204" charset="-122"/>
                <a:cs typeface="微软雅黑" panose="020B0503020204020204" charset="-122"/>
              </a:rPr>
              <a:t>2. 中间段（事迹+品质，核心语法落地）</a:t>
            </a:r>
            <a:endParaRPr sz="2400" b="1">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2038350"/>
            <a:ext cx="10439400" cy="2857500"/>
          </a:xfrm>
          <a:prstGeom prst="roundRect">
            <a:avLst>
              <a:gd name="adj" fmla="val 4667"/>
            </a:avLst>
          </a:prstGeom>
          <a:solidFill>
            <a:srgbClr val="FFF8EF"/>
          </a:solidFill>
          <a:ln w="13335">
            <a:solidFill>
              <a:srgbClr val="FFB46C"/>
            </a:solidFill>
            <a:prstDash val="solid"/>
          </a:ln>
        </p:spPr>
      </p:sp>
      <p:sp>
        <p:nvSpPr>
          <p:cNvPr id="5" name="矩形 4"/>
          <p:cNvSpPr>
            <a:spLocks noGrp="1"/>
          </p:cNvSpPr>
          <p:nvPr/>
        </p:nvSpPr>
        <p:spPr>
          <a:xfrm>
            <a:off x="1257300" y="2286000"/>
            <a:ext cx="9677400" cy="685800"/>
          </a:xfrm>
          <a:prstGeom prst="rect">
            <a:avLst/>
          </a:prstGeom>
          <a:noFill/>
          <a:ln w="0">
            <a:noFill/>
            <a:prstDash val="solid"/>
          </a:ln>
        </p:spPr>
        <p:txBody>
          <a:bodyPr/>
          <a:lstStyle/>
          <a:p>
            <a:pPr algn="l">
              <a:lnSpc>
                <a:spcPct val="112000"/>
              </a:lnSpc>
              <a:buNone/>
              <a:defRPr sz="2400" b="0">
                <a:solidFill>
                  <a:srgbClr val="22160F"/>
                </a:solidFill>
                <a:latin typeface="微软雅黑" panose="020B0503020204020204" charset="-122"/>
                <a:ea typeface="微软雅黑" panose="020B0503020204020204" charset="-122"/>
                <a:cs typeface="微软雅黑" panose="020B0503020204020204" charset="-122"/>
              </a:defRPr>
            </a:pPr>
            <a:r>
              <a:rPr sz="2400" b="0">
                <a:solidFill>
                  <a:srgbClr val="22160F"/>
                </a:solidFill>
                <a:latin typeface="微软雅黑" panose="020B0503020204020204" charset="-122"/>
                <a:ea typeface="微软雅黑" panose="020B0503020204020204" charset="-122"/>
                <a:cs typeface="微软雅黑" panose="020B0503020204020204" charset="-122"/>
              </a:rPr>
              <a:t>她在年轻时就对植物表现出了浓厚的热爱与好奇，一生都在研究植物和种子。</a:t>
            </a:r>
            <a:endParaRPr sz="2400"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1257300" y="4438650"/>
            <a:ext cx="9677400" cy="19050"/>
          </a:xfrm>
          <a:prstGeom prst="rect">
            <a:avLst/>
          </a:prstGeom>
          <a:solidFill>
            <a:srgbClr val="F2C08E"/>
          </a:solidFill>
          <a:ln w="0">
            <a:solidFill>
              <a:srgbClr val="F2C08E"/>
            </a:solidFill>
            <a:prstDash val="solid"/>
          </a:ln>
        </p:spPr>
      </p:sp>
      <p:sp>
        <p:nvSpPr>
          <p:cNvPr id="7" name="矩形 6"/>
          <p:cNvSpPr>
            <a:spLocks noGrp="1"/>
          </p:cNvSpPr>
          <p:nvPr/>
        </p:nvSpPr>
        <p:spPr>
          <a:xfrm>
            <a:off x="1257300" y="3674745"/>
            <a:ext cx="9677400" cy="808990"/>
          </a:xfrm>
          <a:prstGeom prst="rect">
            <a:avLst/>
          </a:prstGeom>
          <a:noFill/>
          <a:ln w="0">
            <a:noFill/>
            <a:prstDash val="solid"/>
          </a:ln>
        </p:spPr>
        <p:txBody>
          <a:bodyPr/>
          <a:lstStyle/>
          <a:p>
            <a:pPr algn="l">
              <a:lnSpc>
                <a:spcPct val="108000"/>
              </a:lnSpc>
              <a:buNone/>
              <a:defRPr sz="1875" b="1">
                <a:solidFill>
                  <a:srgbClr val="C8261F"/>
                </a:solidFill>
                <a:latin typeface="微软雅黑" panose="020B0503020204020204" charset="-122"/>
                <a:ea typeface="微软雅黑" panose="020B0503020204020204" charset="-122"/>
                <a:cs typeface="微软雅黑" panose="020B0503020204020204" charset="-122"/>
              </a:defRPr>
            </a:pPr>
            <a:r>
              <a:rPr sz="1875" b="1">
                <a:solidFill>
                  <a:srgbClr val="C8261F"/>
                </a:solidFill>
                <a:latin typeface="微软雅黑" panose="020B0503020204020204" charset="-122"/>
                <a:ea typeface="微软雅黑" panose="020B0503020204020204" charset="-122"/>
                <a:cs typeface="微软雅黑" panose="020B0503020204020204" charset="-122"/>
              </a:rPr>
              <a:t>She showed a deep love and curiosity for plants when she was young, and dedicated her whole life to researching plants and seeds.</a:t>
            </a:r>
            <a:endParaRPr sz="1875" b="1">
              <a:solidFill>
                <a:srgbClr val="C8261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810500" cy="876300"/>
          </a:xfrm>
          <a:prstGeom prst="rect">
            <a:avLst/>
          </a:prstGeom>
          <a:solidFill>
            <a:srgbClr val="F4F2EF"/>
          </a:solidFill>
          <a:ln w="0">
            <a:noFill/>
            <a:prstDash val="solid"/>
          </a:ln>
        </p:spPr>
      </p:sp>
      <p:sp>
        <p:nvSpPr>
          <p:cNvPr id="3" name="矩形 2"/>
          <p:cNvSpPr>
            <a:spLocks noGrp="1"/>
          </p:cNvSpPr>
          <p:nvPr/>
        </p:nvSpPr>
        <p:spPr>
          <a:xfrm>
            <a:off x="819150" y="628650"/>
            <a:ext cx="7486650" cy="723900"/>
          </a:xfrm>
          <a:prstGeom prst="rect">
            <a:avLst/>
          </a:prstGeom>
          <a:noFill/>
          <a:ln w="0">
            <a:noFill/>
            <a:prstDash val="solid"/>
          </a:ln>
        </p:spPr>
        <p:txBody>
          <a:bodyPr/>
          <a:lstStyle/>
          <a:p>
            <a:pPr algn="l">
              <a:lnSpc>
                <a:spcPct val="100000"/>
              </a:lnSpc>
              <a:buNone/>
              <a:defRPr sz="2400" b="1">
                <a:solidFill>
                  <a:srgbClr val="0F0A06"/>
                </a:solidFill>
                <a:latin typeface="微软雅黑" panose="020B0503020204020204" charset="-122"/>
                <a:ea typeface="微软雅黑" panose="020B0503020204020204" charset="-122"/>
                <a:cs typeface="微软雅黑" panose="020B0503020204020204" charset="-122"/>
              </a:defRPr>
            </a:pPr>
            <a:r>
              <a:rPr sz="2400" b="1">
                <a:solidFill>
                  <a:srgbClr val="0F0A06"/>
                </a:solidFill>
                <a:latin typeface="微软雅黑" panose="020B0503020204020204" charset="-122"/>
                <a:ea typeface="微软雅黑" panose="020B0503020204020204" charset="-122"/>
                <a:cs typeface="微软雅黑" panose="020B0503020204020204" charset="-122"/>
              </a:rPr>
              <a:t>2. 中间段（事迹+品质，核心语法落地）</a:t>
            </a:r>
            <a:endParaRPr sz="2400" b="1">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2038350"/>
            <a:ext cx="10439400" cy="2857500"/>
          </a:xfrm>
          <a:prstGeom prst="roundRect">
            <a:avLst>
              <a:gd name="adj" fmla="val 4667"/>
            </a:avLst>
          </a:prstGeom>
          <a:solidFill>
            <a:srgbClr val="FFF8EF"/>
          </a:solidFill>
          <a:ln w="13335">
            <a:solidFill>
              <a:srgbClr val="FFB46C"/>
            </a:solidFill>
            <a:prstDash val="solid"/>
          </a:ln>
        </p:spPr>
      </p:sp>
      <p:sp>
        <p:nvSpPr>
          <p:cNvPr id="5" name="矩形 4"/>
          <p:cNvSpPr>
            <a:spLocks noGrp="1"/>
          </p:cNvSpPr>
          <p:nvPr/>
        </p:nvSpPr>
        <p:spPr>
          <a:xfrm>
            <a:off x="1257300" y="2286000"/>
            <a:ext cx="9677400" cy="685800"/>
          </a:xfrm>
          <a:prstGeom prst="rect">
            <a:avLst/>
          </a:prstGeom>
          <a:noFill/>
          <a:ln w="0">
            <a:noFill/>
            <a:prstDash val="solid"/>
          </a:ln>
        </p:spPr>
        <p:txBody>
          <a:bodyPr/>
          <a:lstStyle/>
          <a:p>
            <a:pPr algn="l">
              <a:lnSpc>
                <a:spcPct val="112000"/>
              </a:lnSpc>
              <a:buNone/>
              <a:defRPr sz="2400" b="0">
                <a:solidFill>
                  <a:srgbClr val="22160F"/>
                </a:solidFill>
                <a:latin typeface="微软雅黑" panose="020B0503020204020204" charset="-122"/>
                <a:ea typeface="微软雅黑" panose="020B0503020204020204" charset="-122"/>
                <a:cs typeface="微软雅黑" panose="020B0503020204020204" charset="-122"/>
              </a:defRPr>
            </a:pPr>
            <a:r>
              <a:rPr sz="2400" b="0">
                <a:solidFill>
                  <a:srgbClr val="22160F"/>
                </a:solidFill>
                <a:latin typeface="微软雅黑" panose="020B0503020204020204" charset="-122"/>
                <a:ea typeface="微软雅黑" panose="020B0503020204020204" charset="-122"/>
                <a:cs typeface="微软雅黑" panose="020B0503020204020204" charset="-122"/>
              </a:rPr>
              <a:t>尽管在研究中遇到了很多困难，她从来没有放弃，最终获得了诺贝尔奖。</a:t>
            </a:r>
            <a:endParaRPr sz="2400"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1257300" y="4438650"/>
            <a:ext cx="9677400" cy="19050"/>
          </a:xfrm>
          <a:prstGeom prst="rect">
            <a:avLst/>
          </a:prstGeom>
          <a:solidFill>
            <a:srgbClr val="F2C08E"/>
          </a:solidFill>
          <a:ln w="0">
            <a:solidFill>
              <a:srgbClr val="F2C08E"/>
            </a:solidFill>
            <a:prstDash val="solid"/>
          </a:ln>
        </p:spPr>
      </p:sp>
      <p:sp>
        <p:nvSpPr>
          <p:cNvPr id="7" name="矩形 6"/>
          <p:cNvSpPr>
            <a:spLocks noGrp="1"/>
          </p:cNvSpPr>
          <p:nvPr/>
        </p:nvSpPr>
        <p:spPr>
          <a:xfrm>
            <a:off x="1257300" y="3674745"/>
            <a:ext cx="9677400" cy="747395"/>
          </a:xfrm>
          <a:prstGeom prst="rect">
            <a:avLst/>
          </a:prstGeom>
          <a:noFill/>
          <a:ln w="0">
            <a:noFill/>
            <a:prstDash val="solid"/>
          </a:ln>
        </p:spPr>
        <p:txBody>
          <a:bodyPr/>
          <a:lstStyle/>
          <a:p>
            <a:pPr algn="l">
              <a:lnSpc>
                <a:spcPct val="108000"/>
              </a:lnSpc>
              <a:buNone/>
              <a:defRPr sz="2025" b="1">
                <a:solidFill>
                  <a:srgbClr val="C8261F"/>
                </a:solidFill>
                <a:latin typeface="微软雅黑" panose="020B0503020204020204" charset="-122"/>
                <a:ea typeface="微软雅黑" panose="020B0503020204020204" charset="-122"/>
                <a:cs typeface="微软雅黑" panose="020B0503020204020204" charset="-122"/>
              </a:defRPr>
            </a:pPr>
            <a:r>
              <a:rPr sz="2025" b="1">
                <a:solidFill>
                  <a:srgbClr val="C8261F"/>
                </a:solidFill>
                <a:latin typeface="微软雅黑" panose="020B0503020204020204" charset="-122"/>
                <a:ea typeface="微软雅黑" panose="020B0503020204020204" charset="-122"/>
                <a:cs typeface="微软雅黑" panose="020B0503020204020204" charset="-122"/>
              </a:rPr>
              <a:t>Though she met many difficulties in her research, she never gave up, and finally won the Nobel Prize.</a:t>
            </a:r>
            <a:endParaRPr sz="2025" b="1">
              <a:solidFill>
                <a:srgbClr val="C8261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810500" cy="876300"/>
          </a:xfrm>
          <a:prstGeom prst="rect">
            <a:avLst/>
          </a:prstGeom>
          <a:solidFill>
            <a:srgbClr val="F4F2EF"/>
          </a:solidFill>
          <a:ln w="0">
            <a:noFill/>
            <a:prstDash val="solid"/>
          </a:ln>
        </p:spPr>
      </p:sp>
      <p:sp>
        <p:nvSpPr>
          <p:cNvPr id="3" name="矩形 2"/>
          <p:cNvSpPr>
            <a:spLocks noGrp="1"/>
          </p:cNvSpPr>
          <p:nvPr/>
        </p:nvSpPr>
        <p:spPr>
          <a:xfrm>
            <a:off x="819150" y="628650"/>
            <a:ext cx="7486650" cy="723900"/>
          </a:xfrm>
          <a:prstGeom prst="rect">
            <a:avLst/>
          </a:prstGeom>
          <a:noFill/>
          <a:ln w="0">
            <a:noFill/>
            <a:prstDash val="solid"/>
          </a:ln>
        </p:spPr>
        <p:txBody>
          <a:bodyPr/>
          <a:lstStyle/>
          <a:p>
            <a:pPr algn="l">
              <a:lnSpc>
                <a:spcPct val="100000"/>
              </a:lnSpc>
              <a:buNone/>
              <a:defRPr sz="2400" b="1">
                <a:solidFill>
                  <a:srgbClr val="0F0A06"/>
                </a:solidFill>
                <a:latin typeface="微软雅黑" panose="020B0503020204020204" charset="-122"/>
                <a:ea typeface="微软雅黑" panose="020B0503020204020204" charset="-122"/>
                <a:cs typeface="微软雅黑" panose="020B0503020204020204" charset="-122"/>
              </a:defRPr>
            </a:pPr>
            <a:r>
              <a:rPr sz="2400" b="1">
                <a:solidFill>
                  <a:srgbClr val="0F0A06"/>
                </a:solidFill>
                <a:latin typeface="微软雅黑" panose="020B0503020204020204" charset="-122"/>
                <a:ea typeface="微软雅黑" panose="020B0503020204020204" charset="-122"/>
                <a:cs typeface="微软雅黑" panose="020B0503020204020204" charset="-122"/>
              </a:rPr>
              <a:t>2. 中间段（事迹+品质，核心语法落地）</a:t>
            </a:r>
            <a:endParaRPr sz="2400" b="1">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2038350"/>
            <a:ext cx="10439400" cy="2857500"/>
          </a:xfrm>
          <a:prstGeom prst="roundRect">
            <a:avLst>
              <a:gd name="adj" fmla="val 4667"/>
            </a:avLst>
          </a:prstGeom>
          <a:solidFill>
            <a:srgbClr val="FFF8EF"/>
          </a:solidFill>
          <a:ln w="13335">
            <a:solidFill>
              <a:srgbClr val="FFB46C"/>
            </a:solidFill>
            <a:prstDash val="solid"/>
          </a:ln>
        </p:spPr>
      </p:sp>
      <p:sp>
        <p:nvSpPr>
          <p:cNvPr id="5" name="矩形 4"/>
          <p:cNvSpPr>
            <a:spLocks noGrp="1"/>
          </p:cNvSpPr>
          <p:nvPr/>
        </p:nvSpPr>
        <p:spPr>
          <a:xfrm>
            <a:off x="1257300" y="2286000"/>
            <a:ext cx="9677400" cy="685800"/>
          </a:xfrm>
          <a:prstGeom prst="rect">
            <a:avLst/>
          </a:prstGeom>
          <a:noFill/>
          <a:ln w="0">
            <a:noFill/>
            <a:prstDash val="solid"/>
          </a:ln>
        </p:spPr>
        <p:txBody>
          <a:bodyPr/>
          <a:lstStyle/>
          <a:p>
            <a:pPr algn="l">
              <a:lnSpc>
                <a:spcPct val="112000"/>
              </a:lnSpc>
              <a:buNone/>
              <a:defRPr sz="2400" b="0">
                <a:solidFill>
                  <a:srgbClr val="22160F"/>
                </a:solidFill>
                <a:latin typeface="微软雅黑" panose="020B0503020204020204" charset="-122"/>
                <a:ea typeface="微软雅黑" panose="020B0503020204020204" charset="-122"/>
                <a:cs typeface="微软雅黑" panose="020B0503020204020204" charset="-122"/>
              </a:defRPr>
            </a:pPr>
            <a:r>
              <a:rPr sz="2400" b="0">
                <a:solidFill>
                  <a:srgbClr val="22160F"/>
                </a:solidFill>
                <a:latin typeface="微软雅黑" panose="020B0503020204020204" charset="-122"/>
                <a:ea typeface="微软雅黑" panose="020B0503020204020204" charset="-122"/>
                <a:cs typeface="微软雅黑" panose="020B0503020204020204" charset="-122"/>
              </a:rPr>
              <a:t>她很勇敢，充满了智慧，是中国首位进入太空的女性，也是首位在太空授课的女性。</a:t>
            </a:r>
            <a:endParaRPr sz="2400"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1257300" y="4438650"/>
            <a:ext cx="9677400" cy="19050"/>
          </a:xfrm>
          <a:prstGeom prst="rect">
            <a:avLst/>
          </a:prstGeom>
          <a:solidFill>
            <a:srgbClr val="F2C08E"/>
          </a:solidFill>
          <a:ln w="0">
            <a:solidFill>
              <a:srgbClr val="F2C08E"/>
            </a:solidFill>
            <a:prstDash val="solid"/>
          </a:ln>
        </p:spPr>
      </p:sp>
      <p:sp>
        <p:nvSpPr>
          <p:cNvPr id="7" name="矩形 6"/>
          <p:cNvSpPr>
            <a:spLocks noGrp="1"/>
          </p:cNvSpPr>
          <p:nvPr/>
        </p:nvSpPr>
        <p:spPr>
          <a:xfrm>
            <a:off x="1257300" y="3746500"/>
            <a:ext cx="9677400" cy="757555"/>
          </a:xfrm>
          <a:prstGeom prst="rect">
            <a:avLst/>
          </a:prstGeom>
          <a:noFill/>
          <a:ln w="0">
            <a:noFill/>
            <a:prstDash val="solid"/>
          </a:ln>
        </p:spPr>
        <p:txBody>
          <a:bodyPr/>
          <a:lstStyle/>
          <a:p>
            <a:pPr algn="l">
              <a:lnSpc>
                <a:spcPct val="108000"/>
              </a:lnSpc>
              <a:buNone/>
              <a:defRPr sz="1875" b="1">
                <a:solidFill>
                  <a:srgbClr val="C8261F"/>
                </a:solidFill>
                <a:latin typeface="微软雅黑" panose="020B0503020204020204" charset="-122"/>
                <a:ea typeface="微软雅黑" panose="020B0503020204020204" charset="-122"/>
                <a:cs typeface="微软雅黑" panose="020B0503020204020204" charset="-122"/>
              </a:defRPr>
            </a:pPr>
            <a:r>
              <a:rPr sz="1875" b="1">
                <a:solidFill>
                  <a:srgbClr val="C8261F"/>
                </a:solidFill>
                <a:latin typeface="微软雅黑" panose="020B0503020204020204" charset="-122"/>
                <a:ea typeface="微软雅黑" panose="020B0503020204020204" charset="-122"/>
                <a:cs typeface="微软雅黑" panose="020B0503020204020204" charset="-122"/>
              </a:rPr>
              <a:t>She is brave and full of wisdom. She was China's first woman to walk in space, and also the first woman to teach a live class from space.</a:t>
            </a:r>
            <a:endParaRPr sz="1875" b="1">
              <a:solidFill>
                <a:srgbClr val="C8261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810500" cy="876300"/>
          </a:xfrm>
          <a:prstGeom prst="rect">
            <a:avLst/>
          </a:prstGeom>
          <a:solidFill>
            <a:srgbClr val="F4F2EF"/>
          </a:solidFill>
          <a:ln w="0">
            <a:noFill/>
            <a:prstDash val="solid"/>
          </a:ln>
        </p:spPr>
      </p:sp>
      <p:sp>
        <p:nvSpPr>
          <p:cNvPr id="3" name="矩形 2"/>
          <p:cNvSpPr>
            <a:spLocks noGrp="1"/>
          </p:cNvSpPr>
          <p:nvPr/>
        </p:nvSpPr>
        <p:spPr>
          <a:xfrm>
            <a:off x="819150" y="628650"/>
            <a:ext cx="7486650" cy="723900"/>
          </a:xfrm>
          <a:prstGeom prst="rect">
            <a:avLst/>
          </a:prstGeom>
          <a:noFill/>
          <a:ln w="0">
            <a:noFill/>
            <a:prstDash val="solid"/>
          </a:ln>
        </p:spPr>
        <p:txBody>
          <a:bodyPr/>
          <a:lstStyle/>
          <a:p>
            <a:pPr algn="l">
              <a:lnSpc>
                <a:spcPct val="100000"/>
              </a:lnSpc>
              <a:buNone/>
              <a:defRPr sz="2400" b="1">
                <a:solidFill>
                  <a:srgbClr val="0F0A06"/>
                </a:solidFill>
                <a:latin typeface="微软雅黑" panose="020B0503020204020204" charset="-122"/>
                <a:ea typeface="微软雅黑" panose="020B0503020204020204" charset="-122"/>
                <a:cs typeface="微软雅黑" panose="020B0503020204020204" charset="-122"/>
              </a:defRPr>
            </a:pPr>
            <a:r>
              <a:rPr sz="2400" b="1">
                <a:solidFill>
                  <a:srgbClr val="0F0A06"/>
                </a:solidFill>
                <a:latin typeface="微软雅黑" panose="020B0503020204020204" charset="-122"/>
                <a:ea typeface="微软雅黑" panose="020B0503020204020204" charset="-122"/>
                <a:cs typeface="微软雅黑" panose="020B0503020204020204" charset="-122"/>
              </a:rPr>
              <a:t>2. 中间段（事迹+品质，核心语法落地）</a:t>
            </a:r>
            <a:endParaRPr sz="2400" b="1">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2038350"/>
            <a:ext cx="10439400" cy="2857500"/>
          </a:xfrm>
          <a:prstGeom prst="roundRect">
            <a:avLst>
              <a:gd name="adj" fmla="val 4667"/>
            </a:avLst>
          </a:prstGeom>
          <a:solidFill>
            <a:srgbClr val="FFF8EF"/>
          </a:solidFill>
          <a:ln w="13335">
            <a:solidFill>
              <a:srgbClr val="FFB46C"/>
            </a:solidFill>
            <a:prstDash val="solid"/>
          </a:ln>
        </p:spPr>
      </p:sp>
      <p:sp>
        <p:nvSpPr>
          <p:cNvPr id="5" name="矩形 4"/>
          <p:cNvSpPr>
            <a:spLocks noGrp="1"/>
          </p:cNvSpPr>
          <p:nvPr/>
        </p:nvSpPr>
        <p:spPr>
          <a:xfrm>
            <a:off x="1257300" y="2286000"/>
            <a:ext cx="9677400" cy="685800"/>
          </a:xfrm>
          <a:prstGeom prst="rect">
            <a:avLst/>
          </a:prstGeom>
          <a:noFill/>
          <a:ln w="0">
            <a:noFill/>
            <a:prstDash val="solid"/>
          </a:ln>
        </p:spPr>
        <p:txBody>
          <a:bodyPr/>
          <a:lstStyle/>
          <a:p>
            <a:pPr algn="l">
              <a:lnSpc>
                <a:spcPct val="112000"/>
              </a:lnSpc>
              <a:buNone/>
              <a:defRPr sz="2400" b="0">
                <a:solidFill>
                  <a:srgbClr val="22160F"/>
                </a:solidFill>
                <a:latin typeface="微软雅黑" panose="020B0503020204020204" charset="-122"/>
                <a:ea typeface="微软雅黑" panose="020B0503020204020204" charset="-122"/>
                <a:cs typeface="微软雅黑" panose="020B0503020204020204" charset="-122"/>
              </a:defRPr>
            </a:pPr>
            <a:r>
              <a:rPr sz="2400" b="0">
                <a:solidFill>
                  <a:srgbClr val="22160F"/>
                </a:solidFill>
                <a:latin typeface="微软雅黑" panose="020B0503020204020204" charset="-122"/>
                <a:ea typeface="微软雅黑" panose="020B0503020204020204" charset="-122"/>
                <a:cs typeface="微软雅黑" panose="020B0503020204020204" charset="-122"/>
              </a:rPr>
              <a:t>墨子认为，所有人都应该对他人给予同等的善意与关怀，国家之间应该避免互相攻击。</a:t>
            </a:r>
            <a:endParaRPr sz="2400"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1257300" y="4438650"/>
            <a:ext cx="9677400" cy="19050"/>
          </a:xfrm>
          <a:prstGeom prst="rect">
            <a:avLst/>
          </a:prstGeom>
          <a:solidFill>
            <a:srgbClr val="F2C08E"/>
          </a:solidFill>
          <a:ln w="0">
            <a:solidFill>
              <a:srgbClr val="F2C08E"/>
            </a:solidFill>
            <a:prstDash val="solid"/>
          </a:ln>
        </p:spPr>
      </p:sp>
      <p:sp>
        <p:nvSpPr>
          <p:cNvPr id="7" name="矩形 6"/>
          <p:cNvSpPr>
            <a:spLocks noGrp="1"/>
          </p:cNvSpPr>
          <p:nvPr/>
        </p:nvSpPr>
        <p:spPr>
          <a:xfrm>
            <a:off x="1257300" y="3746500"/>
            <a:ext cx="9677400" cy="716915"/>
          </a:xfrm>
          <a:prstGeom prst="rect">
            <a:avLst/>
          </a:prstGeom>
          <a:noFill/>
          <a:ln w="0">
            <a:noFill/>
            <a:prstDash val="solid"/>
          </a:ln>
        </p:spPr>
        <p:txBody>
          <a:bodyPr/>
          <a:lstStyle/>
          <a:p>
            <a:pPr algn="l">
              <a:lnSpc>
                <a:spcPct val="108000"/>
              </a:lnSpc>
              <a:buNone/>
              <a:defRPr sz="1875" b="1">
                <a:solidFill>
                  <a:srgbClr val="C8261F"/>
                </a:solidFill>
                <a:latin typeface="微软雅黑" panose="020B0503020204020204" charset="-122"/>
                <a:ea typeface="微软雅黑" panose="020B0503020204020204" charset="-122"/>
                <a:cs typeface="微软雅黑" panose="020B0503020204020204" charset="-122"/>
              </a:defRPr>
            </a:pPr>
            <a:r>
              <a:rPr sz="1875" b="1">
                <a:solidFill>
                  <a:srgbClr val="C8261F"/>
                </a:solidFill>
                <a:latin typeface="微软雅黑" panose="020B0503020204020204" charset="-122"/>
                <a:ea typeface="微软雅黑" panose="020B0503020204020204" charset="-122"/>
                <a:cs typeface="微软雅黑" panose="020B0503020204020204" charset="-122"/>
              </a:rPr>
              <a:t>Mozi believed that everyone should show equal kindness and care to others, and that states should avoid attacking one another.</a:t>
            </a:r>
            <a:endParaRPr sz="1875" b="1">
              <a:solidFill>
                <a:srgbClr val="C8261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810500" cy="704850"/>
          </a:xfrm>
          <a:prstGeom prst="rect">
            <a:avLst/>
          </a:prstGeom>
          <a:solidFill>
            <a:srgbClr val="F4F2EF"/>
          </a:solidFill>
          <a:ln w="0">
            <a:noFill/>
            <a:prstDash val="solid"/>
          </a:ln>
        </p:spPr>
      </p:sp>
      <p:sp>
        <p:nvSpPr>
          <p:cNvPr id="3" name="矩形 2"/>
          <p:cNvSpPr>
            <a:spLocks noGrp="1"/>
          </p:cNvSpPr>
          <p:nvPr/>
        </p:nvSpPr>
        <p:spPr>
          <a:xfrm>
            <a:off x="819150" y="628650"/>
            <a:ext cx="7486650" cy="552450"/>
          </a:xfrm>
          <a:prstGeom prst="rect">
            <a:avLst/>
          </a:prstGeom>
          <a:noFill/>
          <a:ln w="0">
            <a:noFill/>
            <a:prstDash val="solid"/>
          </a:ln>
        </p:spPr>
        <p:txBody>
          <a:bodyPr/>
          <a:lstStyle/>
          <a:p>
            <a:pPr algn="l">
              <a:lnSpc>
                <a:spcPct val="100000"/>
              </a:lnSpc>
              <a:buNone/>
              <a:defRPr sz="2775" b="1">
                <a:solidFill>
                  <a:srgbClr val="0F0A06"/>
                </a:solidFill>
                <a:latin typeface="微软雅黑" panose="020B0503020204020204" charset="-122"/>
                <a:ea typeface="微软雅黑" panose="020B0503020204020204" charset="-122"/>
                <a:cs typeface="微软雅黑" panose="020B0503020204020204" charset="-122"/>
              </a:defRPr>
            </a:pPr>
            <a:r>
              <a:rPr sz="2775" b="1">
                <a:solidFill>
                  <a:srgbClr val="0F0A06"/>
                </a:solidFill>
                <a:latin typeface="微软雅黑" panose="020B0503020204020204" charset="-122"/>
                <a:ea typeface="微软雅黑" panose="020B0503020204020204" charset="-122"/>
                <a:cs typeface="微软雅黑" panose="020B0503020204020204" charset="-122"/>
              </a:rPr>
              <a:t>3. 结尾段（升华主题，加分收尾）</a:t>
            </a:r>
            <a:endParaRPr sz="2775" b="1">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2038350"/>
            <a:ext cx="10439400" cy="2857500"/>
          </a:xfrm>
          <a:prstGeom prst="roundRect">
            <a:avLst>
              <a:gd name="adj" fmla="val 4667"/>
            </a:avLst>
          </a:prstGeom>
          <a:solidFill>
            <a:srgbClr val="FFF8EF"/>
          </a:solidFill>
          <a:ln w="13335">
            <a:solidFill>
              <a:srgbClr val="FFB46C"/>
            </a:solidFill>
            <a:prstDash val="solid"/>
          </a:ln>
        </p:spPr>
      </p:sp>
      <p:sp>
        <p:nvSpPr>
          <p:cNvPr id="5" name="矩形 4"/>
          <p:cNvSpPr>
            <a:spLocks noGrp="1"/>
          </p:cNvSpPr>
          <p:nvPr/>
        </p:nvSpPr>
        <p:spPr>
          <a:xfrm>
            <a:off x="1257300" y="2286000"/>
            <a:ext cx="9677400" cy="685800"/>
          </a:xfrm>
          <a:prstGeom prst="rect">
            <a:avLst/>
          </a:prstGeom>
          <a:noFill/>
          <a:ln w="0">
            <a:noFill/>
            <a:prstDash val="solid"/>
          </a:ln>
        </p:spPr>
        <p:txBody>
          <a:bodyPr/>
          <a:lstStyle/>
          <a:p>
            <a:pPr algn="l">
              <a:lnSpc>
                <a:spcPct val="112000"/>
              </a:lnSpc>
              <a:buNone/>
              <a:defRPr sz="2400" b="0">
                <a:solidFill>
                  <a:srgbClr val="22160F"/>
                </a:solidFill>
                <a:latin typeface="微软雅黑" panose="020B0503020204020204" charset="-122"/>
                <a:ea typeface="微软雅黑" panose="020B0503020204020204" charset="-122"/>
                <a:cs typeface="微软雅黑" panose="020B0503020204020204" charset="-122"/>
              </a:defRPr>
            </a:pPr>
            <a:r>
              <a:rPr sz="2400" b="0">
                <a:solidFill>
                  <a:srgbClr val="22160F"/>
                </a:solidFill>
                <a:latin typeface="微软雅黑" panose="020B0503020204020204" charset="-122"/>
                <a:ea typeface="微软雅黑" panose="020B0503020204020204" charset="-122"/>
                <a:cs typeface="微软雅黑" panose="020B0503020204020204" charset="-122"/>
              </a:rPr>
              <a:t>他不仅为世界粮食安全做出了巨大贡献，也为我们树立了坚持与奉献的好榜样。</a:t>
            </a:r>
            <a:endParaRPr sz="2400"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1257300" y="4438650"/>
            <a:ext cx="9677400" cy="19050"/>
          </a:xfrm>
          <a:prstGeom prst="rect">
            <a:avLst/>
          </a:prstGeom>
          <a:solidFill>
            <a:srgbClr val="F2C08E"/>
          </a:solidFill>
          <a:ln w="0">
            <a:solidFill>
              <a:srgbClr val="F2C08E"/>
            </a:solidFill>
            <a:prstDash val="solid"/>
          </a:ln>
        </p:spPr>
      </p:sp>
      <p:sp>
        <p:nvSpPr>
          <p:cNvPr id="7" name="矩形 6"/>
          <p:cNvSpPr>
            <a:spLocks noGrp="1"/>
          </p:cNvSpPr>
          <p:nvPr/>
        </p:nvSpPr>
        <p:spPr>
          <a:xfrm>
            <a:off x="1257300" y="3746500"/>
            <a:ext cx="9677400" cy="675005"/>
          </a:xfrm>
          <a:prstGeom prst="rect">
            <a:avLst/>
          </a:prstGeom>
          <a:noFill/>
          <a:ln w="0">
            <a:noFill/>
            <a:prstDash val="solid"/>
          </a:ln>
        </p:spPr>
        <p:txBody>
          <a:bodyPr/>
          <a:lstStyle/>
          <a:p>
            <a:pPr algn="l">
              <a:lnSpc>
                <a:spcPct val="108000"/>
              </a:lnSpc>
              <a:buNone/>
              <a:defRPr sz="1875" b="1">
                <a:solidFill>
                  <a:srgbClr val="C8261F"/>
                </a:solidFill>
                <a:latin typeface="微软雅黑" panose="020B0503020204020204" charset="-122"/>
                <a:ea typeface="微软雅黑" panose="020B0503020204020204" charset="-122"/>
                <a:cs typeface="微软雅黑" panose="020B0503020204020204" charset="-122"/>
              </a:defRPr>
            </a:pPr>
            <a:r>
              <a:rPr sz="1875" b="1">
                <a:solidFill>
                  <a:srgbClr val="C8261F"/>
                </a:solidFill>
                <a:latin typeface="微软雅黑" panose="020B0503020204020204" charset="-122"/>
                <a:ea typeface="微软雅黑" panose="020B0503020204020204" charset="-122"/>
                <a:cs typeface="微软雅黑" panose="020B0503020204020204" charset="-122"/>
              </a:rPr>
              <a:t>He has not only made great contributions to the world's food safety, but also set a good example of persistence and dedication for us.</a:t>
            </a:r>
            <a:endParaRPr sz="1875" b="1">
              <a:solidFill>
                <a:srgbClr val="C8261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810500" cy="704850"/>
          </a:xfrm>
          <a:prstGeom prst="rect">
            <a:avLst/>
          </a:prstGeom>
          <a:solidFill>
            <a:srgbClr val="F4F2EF"/>
          </a:solidFill>
          <a:ln w="0">
            <a:noFill/>
            <a:prstDash val="solid"/>
          </a:ln>
        </p:spPr>
      </p:sp>
      <p:sp>
        <p:nvSpPr>
          <p:cNvPr id="3" name="矩形 2"/>
          <p:cNvSpPr>
            <a:spLocks noGrp="1"/>
          </p:cNvSpPr>
          <p:nvPr/>
        </p:nvSpPr>
        <p:spPr>
          <a:xfrm>
            <a:off x="819150" y="628650"/>
            <a:ext cx="7486650" cy="552450"/>
          </a:xfrm>
          <a:prstGeom prst="rect">
            <a:avLst/>
          </a:prstGeom>
          <a:noFill/>
          <a:ln w="0">
            <a:noFill/>
            <a:prstDash val="solid"/>
          </a:ln>
        </p:spPr>
        <p:txBody>
          <a:bodyPr/>
          <a:lstStyle/>
          <a:p>
            <a:pPr algn="l">
              <a:lnSpc>
                <a:spcPct val="100000"/>
              </a:lnSpc>
              <a:buNone/>
              <a:defRPr sz="2775" b="1">
                <a:solidFill>
                  <a:srgbClr val="0F0A06"/>
                </a:solidFill>
                <a:latin typeface="微软雅黑" panose="020B0503020204020204" charset="-122"/>
                <a:ea typeface="微软雅黑" panose="020B0503020204020204" charset="-122"/>
                <a:cs typeface="微软雅黑" panose="020B0503020204020204" charset="-122"/>
              </a:defRPr>
            </a:pPr>
            <a:r>
              <a:rPr sz="2775" b="1">
                <a:solidFill>
                  <a:srgbClr val="0F0A06"/>
                </a:solidFill>
                <a:latin typeface="微软雅黑" panose="020B0503020204020204" charset="-122"/>
                <a:ea typeface="微软雅黑" panose="020B0503020204020204" charset="-122"/>
                <a:cs typeface="微软雅黑" panose="020B0503020204020204" charset="-122"/>
              </a:rPr>
              <a:t>3. 结尾段（升华主题，加分收尾）</a:t>
            </a:r>
            <a:endParaRPr sz="2775" b="1">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2038350"/>
            <a:ext cx="10439400" cy="2857500"/>
          </a:xfrm>
          <a:prstGeom prst="roundRect">
            <a:avLst>
              <a:gd name="adj" fmla="val 4667"/>
            </a:avLst>
          </a:prstGeom>
          <a:solidFill>
            <a:srgbClr val="FFF8EF"/>
          </a:solidFill>
          <a:ln w="13335">
            <a:solidFill>
              <a:srgbClr val="FFB46C"/>
            </a:solidFill>
            <a:prstDash val="solid"/>
          </a:ln>
        </p:spPr>
      </p:sp>
      <p:sp>
        <p:nvSpPr>
          <p:cNvPr id="5" name="矩形 4"/>
          <p:cNvSpPr>
            <a:spLocks noGrp="1"/>
          </p:cNvSpPr>
          <p:nvPr/>
        </p:nvSpPr>
        <p:spPr>
          <a:xfrm>
            <a:off x="1257300" y="2286000"/>
            <a:ext cx="9677400" cy="685800"/>
          </a:xfrm>
          <a:prstGeom prst="rect">
            <a:avLst/>
          </a:prstGeom>
          <a:noFill/>
          <a:ln w="0">
            <a:noFill/>
            <a:prstDash val="solid"/>
          </a:ln>
        </p:spPr>
        <p:txBody>
          <a:bodyPr/>
          <a:lstStyle/>
          <a:p>
            <a:pPr algn="l">
              <a:lnSpc>
                <a:spcPct val="112000"/>
              </a:lnSpc>
              <a:buNone/>
              <a:defRPr sz="2400" b="0">
                <a:solidFill>
                  <a:srgbClr val="22160F"/>
                </a:solidFill>
                <a:latin typeface="微软雅黑" panose="020B0503020204020204" charset="-122"/>
                <a:ea typeface="微软雅黑" panose="020B0503020204020204" charset="-122"/>
                <a:cs typeface="微软雅黑" panose="020B0503020204020204" charset="-122"/>
              </a:defRPr>
            </a:pPr>
            <a:r>
              <a:rPr sz="2400" b="0">
                <a:solidFill>
                  <a:srgbClr val="22160F"/>
                </a:solidFill>
                <a:latin typeface="微软雅黑" panose="020B0503020204020204" charset="-122"/>
                <a:ea typeface="微软雅黑" panose="020B0503020204020204" charset="-122"/>
                <a:cs typeface="微软雅黑" panose="020B0503020204020204" charset="-122"/>
              </a:rPr>
              <a:t>她的精神一直鼓舞着我，让我明白了只要努力和坚持，就没有什么是不可能的。</a:t>
            </a:r>
            <a:endParaRPr sz="2400"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1257300" y="4438650"/>
            <a:ext cx="9677400" cy="19050"/>
          </a:xfrm>
          <a:prstGeom prst="rect">
            <a:avLst/>
          </a:prstGeom>
          <a:solidFill>
            <a:srgbClr val="F2C08E"/>
          </a:solidFill>
          <a:ln w="0">
            <a:solidFill>
              <a:srgbClr val="F2C08E"/>
            </a:solidFill>
            <a:prstDash val="solid"/>
          </a:ln>
        </p:spPr>
      </p:sp>
      <p:sp>
        <p:nvSpPr>
          <p:cNvPr id="7" name="矩形 6"/>
          <p:cNvSpPr>
            <a:spLocks noGrp="1"/>
          </p:cNvSpPr>
          <p:nvPr/>
        </p:nvSpPr>
        <p:spPr>
          <a:xfrm>
            <a:off x="1257300" y="3746500"/>
            <a:ext cx="9677400" cy="768350"/>
          </a:xfrm>
          <a:prstGeom prst="rect">
            <a:avLst/>
          </a:prstGeom>
          <a:noFill/>
          <a:ln w="0">
            <a:noFill/>
            <a:prstDash val="solid"/>
          </a:ln>
        </p:spPr>
        <p:txBody>
          <a:bodyPr/>
          <a:lstStyle/>
          <a:p>
            <a:pPr algn="l">
              <a:lnSpc>
                <a:spcPct val="108000"/>
              </a:lnSpc>
              <a:buNone/>
              <a:defRPr sz="1875" b="1">
                <a:solidFill>
                  <a:srgbClr val="C8261F"/>
                </a:solidFill>
                <a:latin typeface="微软雅黑" panose="020B0503020204020204" charset="-122"/>
                <a:ea typeface="微软雅黑" panose="020B0503020204020204" charset="-122"/>
                <a:cs typeface="微软雅黑" panose="020B0503020204020204" charset="-122"/>
              </a:defRPr>
            </a:pPr>
            <a:r>
              <a:rPr sz="1875" b="1">
                <a:solidFill>
                  <a:srgbClr val="C8261F"/>
                </a:solidFill>
                <a:latin typeface="微软雅黑" panose="020B0503020204020204" charset="-122"/>
                <a:ea typeface="微软雅黑" panose="020B0503020204020204" charset="-122"/>
                <a:cs typeface="微软雅黑" panose="020B0503020204020204" charset="-122"/>
              </a:rPr>
              <a:t>Her spirit always inspires me, and makes me understand that nothing is impossible as long as we work hard and keep going.</a:t>
            </a:r>
            <a:endParaRPr sz="1875" b="1">
              <a:solidFill>
                <a:srgbClr val="C8261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810500" cy="704850"/>
          </a:xfrm>
          <a:prstGeom prst="rect">
            <a:avLst/>
          </a:prstGeom>
          <a:solidFill>
            <a:srgbClr val="F4F2EF"/>
          </a:solidFill>
          <a:ln w="0">
            <a:noFill/>
            <a:prstDash val="solid"/>
          </a:ln>
        </p:spPr>
      </p:sp>
      <p:sp>
        <p:nvSpPr>
          <p:cNvPr id="3" name="矩形 2"/>
          <p:cNvSpPr>
            <a:spLocks noGrp="1"/>
          </p:cNvSpPr>
          <p:nvPr/>
        </p:nvSpPr>
        <p:spPr>
          <a:xfrm>
            <a:off x="819150" y="628650"/>
            <a:ext cx="7486650" cy="552450"/>
          </a:xfrm>
          <a:prstGeom prst="rect">
            <a:avLst/>
          </a:prstGeom>
          <a:noFill/>
          <a:ln w="0">
            <a:noFill/>
            <a:prstDash val="solid"/>
          </a:ln>
        </p:spPr>
        <p:txBody>
          <a:bodyPr/>
          <a:lstStyle/>
          <a:p>
            <a:pPr algn="l">
              <a:lnSpc>
                <a:spcPct val="100000"/>
              </a:lnSpc>
              <a:buNone/>
              <a:defRPr sz="2775" b="1">
                <a:solidFill>
                  <a:srgbClr val="0F0A06"/>
                </a:solidFill>
                <a:latin typeface="微软雅黑" panose="020B0503020204020204" charset="-122"/>
                <a:ea typeface="微软雅黑" panose="020B0503020204020204" charset="-122"/>
                <a:cs typeface="微软雅黑" panose="020B0503020204020204" charset="-122"/>
              </a:defRPr>
            </a:pPr>
            <a:r>
              <a:rPr sz="2775" b="1">
                <a:solidFill>
                  <a:srgbClr val="0F0A06"/>
                </a:solidFill>
                <a:latin typeface="微软雅黑" panose="020B0503020204020204" charset="-122"/>
                <a:ea typeface="微软雅黑" panose="020B0503020204020204" charset="-122"/>
                <a:cs typeface="微软雅黑" panose="020B0503020204020204" charset="-122"/>
              </a:rPr>
              <a:t>3. 结尾段（升华主题，加分收尾）</a:t>
            </a:r>
            <a:endParaRPr sz="2775" b="1">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2038350"/>
            <a:ext cx="10439400" cy="2857500"/>
          </a:xfrm>
          <a:prstGeom prst="roundRect">
            <a:avLst>
              <a:gd name="adj" fmla="val 4667"/>
            </a:avLst>
          </a:prstGeom>
          <a:solidFill>
            <a:srgbClr val="FFF8EF"/>
          </a:solidFill>
          <a:ln w="13335">
            <a:solidFill>
              <a:srgbClr val="FFB46C"/>
            </a:solidFill>
            <a:prstDash val="solid"/>
          </a:ln>
        </p:spPr>
      </p:sp>
      <p:sp>
        <p:nvSpPr>
          <p:cNvPr id="5" name="矩形 4"/>
          <p:cNvSpPr>
            <a:spLocks noGrp="1"/>
          </p:cNvSpPr>
          <p:nvPr/>
        </p:nvSpPr>
        <p:spPr>
          <a:xfrm>
            <a:off x="1257300" y="2286000"/>
            <a:ext cx="9677400" cy="685800"/>
          </a:xfrm>
          <a:prstGeom prst="rect">
            <a:avLst/>
          </a:prstGeom>
          <a:noFill/>
          <a:ln w="0">
            <a:noFill/>
            <a:prstDash val="solid"/>
          </a:ln>
        </p:spPr>
        <p:txBody>
          <a:bodyPr/>
          <a:lstStyle/>
          <a:p>
            <a:pPr algn="l">
              <a:lnSpc>
                <a:spcPct val="112000"/>
              </a:lnSpc>
              <a:buNone/>
              <a:defRPr sz="2400" b="0">
                <a:solidFill>
                  <a:srgbClr val="22160F"/>
                </a:solidFill>
                <a:latin typeface="微软雅黑" panose="020B0503020204020204" charset="-122"/>
                <a:ea typeface="微软雅黑" panose="020B0503020204020204" charset="-122"/>
                <a:cs typeface="微软雅黑" panose="020B0503020204020204" charset="-122"/>
              </a:defRPr>
            </a:pPr>
            <a:r>
              <a:rPr sz="2400" b="0">
                <a:solidFill>
                  <a:srgbClr val="22160F"/>
                </a:solidFill>
                <a:latin typeface="微软雅黑" panose="020B0503020204020204" charset="-122"/>
                <a:ea typeface="微软雅黑" panose="020B0503020204020204" charset="-122"/>
                <a:cs typeface="微软雅黑" panose="020B0503020204020204" charset="-122"/>
              </a:rPr>
              <a:t>鼓舞人心的人为我们指明了前进的方向。我会以他/她为榜样，努力成为一个更好的人。</a:t>
            </a:r>
            <a:endParaRPr sz="2400" b="0">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1257300" y="4438650"/>
            <a:ext cx="9677400" cy="19050"/>
          </a:xfrm>
          <a:prstGeom prst="rect">
            <a:avLst/>
          </a:prstGeom>
          <a:solidFill>
            <a:srgbClr val="F2C08E"/>
          </a:solidFill>
          <a:ln w="0">
            <a:solidFill>
              <a:srgbClr val="F2C08E"/>
            </a:solidFill>
            <a:prstDash val="solid"/>
          </a:ln>
        </p:spPr>
      </p:sp>
      <p:sp>
        <p:nvSpPr>
          <p:cNvPr id="7" name="矩形 6"/>
          <p:cNvSpPr>
            <a:spLocks noGrp="1"/>
          </p:cNvSpPr>
          <p:nvPr/>
        </p:nvSpPr>
        <p:spPr>
          <a:xfrm>
            <a:off x="1257300" y="3674745"/>
            <a:ext cx="9677400" cy="849630"/>
          </a:xfrm>
          <a:prstGeom prst="rect">
            <a:avLst/>
          </a:prstGeom>
          <a:noFill/>
          <a:ln w="0">
            <a:noFill/>
            <a:prstDash val="solid"/>
          </a:ln>
        </p:spPr>
        <p:txBody>
          <a:bodyPr/>
          <a:lstStyle/>
          <a:p>
            <a:pPr algn="l">
              <a:lnSpc>
                <a:spcPct val="108000"/>
              </a:lnSpc>
              <a:buNone/>
              <a:defRPr sz="2025" b="1">
                <a:solidFill>
                  <a:srgbClr val="C8261F"/>
                </a:solidFill>
                <a:latin typeface="微软雅黑" panose="020B0503020204020204" charset="-122"/>
                <a:ea typeface="微软雅黑" panose="020B0503020204020204" charset="-122"/>
                <a:cs typeface="微软雅黑" panose="020B0503020204020204" charset="-122"/>
              </a:defRPr>
            </a:pPr>
            <a:r>
              <a:rPr sz="2025" b="1">
                <a:solidFill>
                  <a:srgbClr val="C8261F"/>
                </a:solidFill>
                <a:latin typeface="微软雅黑" panose="020B0503020204020204" charset="-122"/>
                <a:ea typeface="微软雅黑" panose="020B0503020204020204" charset="-122"/>
                <a:cs typeface="微软雅黑" panose="020B0503020204020204" charset="-122"/>
              </a:rPr>
              <a:t>Inspiring people show us the way forward. I will take him/her as an example and try to become a better person.</a:t>
            </a:r>
            <a:endParaRPr sz="2025" b="1">
              <a:solidFill>
                <a:srgbClr val="C8261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6" name="图片 15"/>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810500" cy="704850"/>
          </a:xfrm>
          <a:prstGeom prst="rect">
            <a:avLst/>
          </a:prstGeom>
          <a:solidFill>
            <a:srgbClr val="F4F2EF"/>
          </a:solidFill>
          <a:ln w="0">
            <a:noFill/>
            <a:prstDash val="solid"/>
          </a:ln>
        </p:spPr>
      </p:sp>
      <p:sp>
        <p:nvSpPr>
          <p:cNvPr id="3" name="矩形 2"/>
          <p:cNvSpPr>
            <a:spLocks noGrp="1"/>
          </p:cNvSpPr>
          <p:nvPr/>
        </p:nvSpPr>
        <p:spPr>
          <a:xfrm>
            <a:off x="819150" y="628650"/>
            <a:ext cx="7486650" cy="552450"/>
          </a:xfrm>
          <a:prstGeom prst="rect">
            <a:avLst/>
          </a:prstGeom>
          <a:noFill/>
          <a:ln w="0">
            <a:noFill/>
            <a:prstDash val="solid"/>
          </a:ln>
        </p:spPr>
        <p:txBody>
          <a:bodyPr/>
          <a:lstStyle/>
          <a:p>
            <a:pPr algn="l">
              <a:lnSpc>
                <a:spcPct val="100000"/>
              </a:lnSpc>
              <a:buNone/>
              <a:defRPr sz="2775" b="1">
                <a:solidFill>
                  <a:srgbClr val="0F0A06"/>
                </a:solidFill>
                <a:latin typeface="微软雅黑" panose="020B0503020204020204" charset="-122"/>
                <a:ea typeface="微软雅黑" panose="020B0503020204020204" charset="-122"/>
                <a:cs typeface="微软雅黑" panose="020B0503020204020204" charset="-122"/>
              </a:defRPr>
            </a:pPr>
            <a:r>
              <a:rPr sz="2775" b="1">
                <a:solidFill>
                  <a:srgbClr val="0F0A06"/>
                </a:solidFill>
                <a:latin typeface="微软雅黑" panose="020B0503020204020204" charset="-122"/>
                <a:ea typeface="微软雅黑" panose="020B0503020204020204" charset="-122"/>
                <a:cs typeface="微软雅黑" panose="020B0503020204020204" charset="-122"/>
              </a:rPr>
              <a:t>五、主题名言警句（作文加分素材）</a:t>
            </a:r>
            <a:endParaRPr sz="2775" b="1">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657350"/>
            <a:ext cx="10439400" cy="1066800"/>
          </a:xfrm>
          <a:prstGeom prst="roundRect">
            <a:avLst>
              <a:gd name="adj" fmla="val 12500"/>
            </a:avLst>
          </a:prstGeom>
          <a:solidFill>
            <a:srgbClr val="FFF8EF"/>
          </a:solidFill>
          <a:ln w="13335">
            <a:solidFill>
              <a:srgbClr val="FFB46C"/>
            </a:solidFill>
            <a:prstDash val="solid"/>
          </a:ln>
        </p:spPr>
      </p:sp>
      <p:sp>
        <p:nvSpPr>
          <p:cNvPr id="5" name="椭圆 4"/>
          <p:cNvSpPr>
            <a:spLocks noGrp="1"/>
          </p:cNvSpPr>
          <p:nvPr/>
        </p:nvSpPr>
        <p:spPr>
          <a:xfrm>
            <a:off x="1181100" y="1924050"/>
            <a:ext cx="76200" cy="76200"/>
          </a:xfrm>
          <a:prstGeom prst="ellipse">
            <a:avLst/>
          </a:prstGeom>
          <a:solidFill>
            <a:srgbClr val="FF7A12"/>
          </a:solidFill>
          <a:ln w="0">
            <a:solidFill>
              <a:srgbClr val="FF7A12"/>
            </a:solidFill>
            <a:prstDash val="solid"/>
          </a:ln>
        </p:spPr>
      </p:sp>
      <p:sp>
        <p:nvSpPr>
          <p:cNvPr id="6" name="矩形 5"/>
          <p:cNvSpPr>
            <a:spLocks noGrp="1"/>
          </p:cNvSpPr>
          <p:nvPr/>
        </p:nvSpPr>
        <p:spPr>
          <a:xfrm>
            <a:off x="1428750" y="1828800"/>
            <a:ext cx="5143500" cy="781050"/>
          </a:xfrm>
          <a:prstGeom prst="rect">
            <a:avLst/>
          </a:prstGeom>
          <a:noFill/>
          <a:ln w="0">
            <a:noFill/>
            <a:prstDash val="solid"/>
          </a:ln>
        </p:spPr>
        <p:txBody>
          <a:bodyPr/>
          <a:lstStyle/>
          <a:p>
            <a:pPr algn="l">
              <a:lnSpc>
                <a:spcPct val="108000"/>
              </a:lnSpc>
              <a:buNone/>
              <a:defRPr sz="2025" b="1">
                <a:solidFill>
                  <a:srgbClr val="22160F"/>
                </a:solidFill>
                <a:latin typeface="微软雅黑" panose="020B0503020204020204" charset="-122"/>
                <a:ea typeface="微软雅黑" panose="020B0503020204020204" charset="-122"/>
                <a:cs typeface="微软雅黑" panose="020B0503020204020204" charset="-122"/>
              </a:defRPr>
            </a:pPr>
            <a:r>
              <a:rPr sz="2025" b="1">
                <a:solidFill>
                  <a:srgbClr val="22160F"/>
                </a:solidFill>
                <a:latin typeface="微软雅黑" panose="020B0503020204020204" charset="-122"/>
                <a:ea typeface="微软雅黑" panose="020B0503020204020204" charset="-122"/>
                <a:cs typeface="微软雅黑" panose="020B0503020204020204" charset="-122"/>
              </a:rPr>
              <a:t>Nothing is impossible to a willing heart.</a:t>
            </a:r>
            <a:endParaRPr sz="2025" b="1">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6896100" y="1828800"/>
            <a:ext cx="3714750" cy="781050"/>
          </a:xfrm>
          <a:prstGeom prst="rect">
            <a:avLst/>
          </a:prstGeom>
          <a:noFill/>
          <a:ln w="0">
            <a:noFill/>
            <a:prstDash val="solid"/>
          </a:ln>
        </p:spPr>
        <p:txBody>
          <a:bodyPr/>
          <a:lstStyle/>
          <a:p>
            <a:pPr algn="l">
              <a:lnSpc>
                <a:spcPct val="108000"/>
              </a:lnSpc>
              <a:buNone/>
              <a:defRPr sz="2025" b="0">
                <a:solidFill>
                  <a:srgbClr val="7B4B31"/>
                </a:solidFill>
                <a:latin typeface="微软雅黑" panose="020B0503020204020204" charset="-122"/>
                <a:ea typeface="微软雅黑" panose="020B0503020204020204" charset="-122"/>
                <a:cs typeface="微软雅黑" panose="020B0503020204020204" charset="-122"/>
              </a:defRPr>
            </a:pPr>
            <a:r>
              <a:rPr sz="2025" b="0">
                <a:solidFill>
                  <a:srgbClr val="7B4B31"/>
                </a:solidFill>
                <a:latin typeface="微软雅黑" panose="020B0503020204020204" charset="-122"/>
                <a:ea typeface="微软雅黑" panose="020B0503020204020204" charset="-122"/>
                <a:cs typeface="微软雅黑" panose="020B0503020204020204" charset="-122"/>
              </a:rPr>
              <a:t>有志者，事竟成。</a:t>
            </a:r>
            <a:endParaRPr sz="2025" b="0">
              <a:solidFill>
                <a:srgbClr val="7B4B31"/>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895600"/>
            <a:ext cx="10439400" cy="1066800"/>
          </a:xfrm>
          <a:prstGeom prst="roundRect">
            <a:avLst>
              <a:gd name="adj" fmla="val 12500"/>
            </a:avLst>
          </a:prstGeom>
          <a:solidFill>
            <a:srgbClr val="FFFDF8"/>
          </a:solidFill>
          <a:ln w="13335">
            <a:solidFill>
              <a:srgbClr val="FFB46C"/>
            </a:solidFill>
            <a:prstDash val="solid"/>
          </a:ln>
        </p:spPr>
      </p:sp>
      <p:sp>
        <p:nvSpPr>
          <p:cNvPr id="9" name="椭圆 8"/>
          <p:cNvSpPr>
            <a:spLocks noGrp="1"/>
          </p:cNvSpPr>
          <p:nvPr/>
        </p:nvSpPr>
        <p:spPr>
          <a:xfrm>
            <a:off x="1181100" y="3162300"/>
            <a:ext cx="76200" cy="76200"/>
          </a:xfrm>
          <a:prstGeom prst="ellipse">
            <a:avLst/>
          </a:prstGeom>
          <a:solidFill>
            <a:srgbClr val="FF7A12"/>
          </a:solidFill>
          <a:ln w="0">
            <a:solidFill>
              <a:srgbClr val="FF7A12"/>
            </a:solidFill>
            <a:prstDash val="solid"/>
          </a:ln>
        </p:spPr>
      </p:sp>
      <p:sp>
        <p:nvSpPr>
          <p:cNvPr id="10" name="矩形 9"/>
          <p:cNvSpPr>
            <a:spLocks noGrp="1"/>
          </p:cNvSpPr>
          <p:nvPr/>
        </p:nvSpPr>
        <p:spPr>
          <a:xfrm>
            <a:off x="1428750" y="3067050"/>
            <a:ext cx="5143500" cy="781050"/>
          </a:xfrm>
          <a:prstGeom prst="rect">
            <a:avLst/>
          </a:prstGeom>
          <a:noFill/>
          <a:ln w="0">
            <a:noFill/>
            <a:prstDash val="solid"/>
          </a:ln>
        </p:spPr>
        <p:txBody>
          <a:bodyPr/>
          <a:lstStyle/>
          <a:p>
            <a:pPr algn="l">
              <a:lnSpc>
                <a:spcPct val="108000"/>
              </a:lnSpc>
              <a:buNone/>
              <a:defRPr sz="2025" b="1">
                <a:solidFill>
                  <a:srgbClr val="22160F"/>
                </a:solidFill>
                <a:latin typeface="微软雅黑" panose="020B0503020204020204" charset="-122"/>
                <a:ea typeface="微软雅黑" panose="020B0503020204020204" charset="-122"/>
                <a:cs typeface="微软雅黑" panose="020B0503020204020204" charset="-122"/>
              </a:defRPr>
            </a:pPr>
            <a:r>
              <a:rPr sz="2025" b="1">
                <a:solidFill>
                  <a:srgbClr val="22160F"/>
                </a:solidFill>
                <a:latin typeface="微软雅黑" panose="020B0503020204020204" charset="-122"/>
                <a:ea typeface="微软雅黑" panose="020B0503020204020204" charset="-122"/>
                <a:cs typeface="微软雅黑" panose="020B0503020204020204" charset="-122"/>
              </a:rPr>
              <a:t>Genius is one percent inspiration and ninety-nine percent perspiration.</a:t>
            </a:r>
            <a:endParaRPr sz="2025" b="1">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6896100" y="3067050"/>
            <a:ext cx="3714750" cy="781050"/>
          </a:xfrm>
          <a:prstGeom prst="rect">
            <a:avLst/>
          </a:prstGeom>
          <a:noFill/>
          <a:ln w="0">
            <a:noFill/>
            <a:prstDash val="solid"/>
          </a:ln>
        </p:spPr>
        <p:txBody>
          <a:bodyPr/>
          <a:lstStyle/>
          <a:p>
            <a:pPr algn="l">
              <a:lnSpc>
                <a:spcPct val="108000"/>
              </a:lnSpc>
              <a:buNone/>
              <a:defRPr sz="2025" b="0">
                <a:solidFill>
                  <a:srgbClr val="7B4B31"/>
                </a:solidFill>
                <a:latin typeface="微软雅黑" panose="020B0503020204020204" charset="-122"/>
                <a:ea typeface="微软雅黑" panose="020B0503020204020204" charset="-122"/>
                <a:cs typeface="微软雅黑" panose="020B0503020204020204" charset="-122"/>
              </a:defRPr>
            </a:pPr>
            <a:r>
              <a:rPr sz="2025" b="0">
                <a:solidFill>
                  <a:srgbClr val="7B4B31"/>
                </a:solidFill>
                <a:latin typeface="微软雅黑" panose="020B0503020204020204" charset="-122"/>
                <a:ea typeface="微软雅黑" panose="020B0503020204020204" charset="-122"/>
                <a:cs typeface="微软雅黑" panose="020B0503020204020204" charset="-122"/>
              </a:rPr>
              <a:t>天才是百分之一的灵感加百分之九十九的汗水。</a:t>
            </a:r>
            <a:endParaRPr sz="2025" b="0">
              <a:solidFill>
                <a:srgbClr val="7B4B31"/>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a:spLocks noGrp="1"/>
          </p:cNvSpPr>
          <p:nvPr/>
        </p:nvSpPr>
        <p:spPr>
          <a:xfrm>
            <a:off x="876300" y="4133850"/>
            <a:ext cx="10439400" cy="1066800"/>
          </a:xfrm>
          <a:prstGeom prst="roundRect">
            <a:avLst>
              <a:gd name="adj" fmla="val 12500"/>
            </a:avLst>
          </a:prstGeom>
          <a:solidFill>
            <a:srgbClr val="FFF8EF"/>
          </a:solidFill>
          <a:ln w="13335">
            <a:solidFill>
              <a:srgbClr val="FFB46C"/>
            </a:solidFill>
            <a:prstDash val="solid"/>
          </a:ln>
        </p:spPr>
      </p:sp>
      <p:sp>
        <p:nvSpPr>
          <p:cNvPr id="13" name="椭圆 12"/>
          <p:cNvSpPr>
            <a:spLocks noGrp="1"/>
          </p:cNvSpPr>
          <p:nvPr/>
        </p:nvSpPr>
        <p:spPr>
          <a:xfrm>
            <a:off x="1181100" y="4400550"/>
            <a:ext cx="76200" cy="76200"/>
          </a:xfrm>
          <a:prstGeom prst="ellipse">
            <a:avLst/>
          </a:prstGeom>
          <a:solidFill>
            <a:srgbClr val="FF7A12"/>
          </a:solidFill>
          <a:ln w="0">
            <a:solidFill>
              <a:srgbClr val="FF7A12"/>
            </a:solidFill>
            <a:prstDash val="solid"/>
          </a:ln>
        </p:spPr>
      </p:sp>
      <p:sp>
        <p:nvSpPr>
          <p:cNvPr id="14" name="矩形 13"/>
          <p:cNvSpPr>
            <a:spLocks noGrp="1"/>
          </p:cNvSpPr>
          <p:nvPr/>
        </p:nvSpPr>
        <p:spPr>
          <a:xfrm>
            <a:off x="1428750" y="4305300"/>
            <a:ext cx="5143500" cy="781050"/>
          </a:xfrm>
          <a:prstGeom prst="rect">
            <a:avLst/>
          </a:prstGeom>
          <a:noFill/>
          <a:ln w="0">
            <a:noFill/>
            <a:prstDash val="solid"/>
          </a:ln>
        </p:spPr>
        <p:txBody>
          <a:bodyPr/>
          <a:lstStyle/>
          <a:p>
            <a:pPr algn="l">
              <a:lnSpc>
                <a:spcPct val="108000"/>
              </a:lnSpc>
              <a:buNone/>
              <a:defRPr sz="2025" b="1">
                <a:solidFill>
                  <a:srgbClr val="22160F"/>
                </a:solidFill>
                <a:latin typeface="微软雅黑" panose="020B0503020204020204" charset="-122"/>
                <a:ea typeface="微软雅黑" panose="020B0503020204020204" charset="-122"/>
                <a:cs typeface="微软雅黑" panose="020B0503020204020204" charset="-122"/>
              </a:defRPr>
            </a:pPr>
            <a:r>
              <a:rPr sz="2025" b="1">
                <a:solidFill>
                  <a:srgbClr val="22160F"/>
                </a:solidFill>
                <a:latin typeface="微软雅黑" panose="020B0503020204020204" charset="-122"/>
                <a:ea typeface="微软雅黑" panose="020B0503020204020204" charset="-122"/>
                <a:cs typeface="微软雅黑" panose="020B0503020204020204" charset="-122"/>
              </a:rPr>
              <a:t>Courage is going from failure to failure without losing enthusiasm.</a:t>
            </a:r>
            <a:endParaRPr sz="2025" b="1">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6896100" y="4305300"/>
            <a:ext cx="3714750" cy="781050"/>
          </a:xfrm>
          <a:prstGeom prst="rect">
            <a:avLst/>
          </a:prstGeom>
          <a:noFill/>
          <a:ln w="0">
            <a:noFill/>
            <a:prstDash val="solid"/>
          </a:ln>
        </p:spPr>
        <p:txBody>
          <a:bodyPr/>
          <a:lstStyle/>
          <a:p>
            <a:pPr algn="l">
              <a:lnSpc>
                <a:spcPct val="108000"/>
              </a:lnSpc>
              <a:buNone/>
              <a:defRPr sz="2025" b="0">
                <a:solidFill>
                  <a:srgbClr val="7B4B31"/>
                </a:solidFill>
                <a:latin typeface="微软雅黑" panose="020B0503020204020204" charset="-122"/>
                <a:ea typeface="微软雅黑" panose="020B0503020204020204" charset="-122"/>
                <a:cs typeface="微软雅黑" panose="020B0503020204020204" charset="-122"/>
              </a:defRPr>
            </a:pPr>
            <a:r>
              <a:rPr sz="2025" b="0">
                <a:solidFill>
                  <a:srgbClr val="7B4B31"/>
                </a:solidFill>
                <a:latin typeface="微软雅黑" panose="020B0503020204020204" charset="-122"/>
                <a:ea typeface="微软雅黑" panose="020B0503020204020204" charset="-122"/>
                <a:cs typeface="微软雅黑" panose="020B0503020204020204" charset="-122"/>
              </a:rPr>
              <a:t>勇气就是不断失败，而不丧失热情。</a:t>
            </a:r>
            <a:endParaRPr sz="2025" b="0">
              <a:solidFill>
                <a:srgbClr val="7B4B3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 name="图片 11"/>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810500" cy="704850"/>
          </a:xfrm>
          <a:prstGeom prst="rect">
            <a:avLst/>
          </a:prstGeom>
          <a:solidFill>
            <a:srgbClr val="F4F2EF"/>
          </a:solidFill>
          <a:ln w="0">
            <a:noFill/>
            <a:prstDash val="solid"/>
          </a:ln>
        </p:spPr>
      </p:sp>
      <p:sp>
        <p:nvSpPr>
          <p:cNvPr id="3" name="矩形 2"/>
          <p:cNvSpPr>
            <a:spLocks noGrp="1"/>
          </p:cNvSpPr>
          <p:nvPr/>
        </p:nvSpPr>
        <p:spPr>
          <a:xfrm>
            <a:off x="819150" y="628650"/>
            <a:ext cx="7486650" cy="552450"/>
          </a:xfrm>
          <a:prstGeom prst="rect">
            <a:avLst/>
          </a:prstGeom>
          <a:noFill/>
          <a:ln w="0">
            <a:noFill/>
            <a:prstDash val="solid"/>
          </a:ln>
        </p:spPr>
        <p:txBody>
          <a:bodyPr/>
          <a:lstStyle/>
          <a:p>
            <a:pPr algn="l">
              <a:lnSpc>
                <a:spcPct val="100000"/>
              </a:lnSpc>
              <a:buNone/>
              <a:defRPr sz="2775" b="1">
                <a:solidFill>
                  <a:srgbClr val="0F0A06"/>
                </a:solidFill>
                <a:latin typeface="微软雅黑" panose="020B0503020204020204" charset="-122"/>
                <a:ea typeface="微软雅黑" panose="020B0503020204020204" charset="-122"/>
                <a:cs typeface="微软雅黑" panose="020B0503020204020204" charset="-122"/>
              </a:defRPr>
            </a:pPr>
            <a:r>
              <a:rPr sz="2775" b="1">
                <a:solidFill>
                  <a:srgbClr val="0F0A06"/>
                </a:solidFill>
                <a:latin typeface="微软雅黑" panose="020B0503020204020204" charset="-122"/>
                <a:ea typeface="微软雅黑" panose="020B0503020204020204" charset="-122"/>
                <a:cs typeface="微软雅黑" panose="020B0503020204020204" charset="-122"/>
              </a:rPr>
              <a:t>五、主题名言警句（作文加分素材）</a:t>
            </a:r>
            <a:endParaRPr sz="2775" b="1">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657350"/>
            <a:ext cx="10439400" cy="1066800"/>
          </a:xfrm>
          <a:prstGeom prst="roundRect">
            <a:avLst>
              <a:gd name="adj" fmla="val 12500"/>
            </a:avLst>
          </a:prstGeom>
          <a:solidFill>
            <a:srgbClr val="FFF8EF"/>
          </a:solidFill>
          <a:ln w="13335">
            <a:solidFill>
              <a:srgbClr val="FFB46C"/>
            </a:solidFill>
            <a:prstDash val="solid"/>
          </a:ln>
        </p:spPr>
      </p:sp>
      <p:sp>
        <p:nvSpPr>
          <p:cNvPr id="5" name="椭圆 4"/>
          <p:cNvSpPr>
            <a:spLocks noGrp="1"/>
          </p:cNvSpPr>
          <p:nvPr/>
        </p:nvSpPr>
        <p:spPr>
          <a:xfrm>
            <a:off x="1181100" y="1924050"/>
            <a:ext cx="76200" cy="76200"/>
          </a:xfrm>
          <a:prstGeom prst="ellipse">
            <a:avLst/>
          </a:prstGeom>
          <a:solidFill>
            <a:srgbClr val="FF7A12"/>
          </a:solidFill>
          <a:ln w="0">
            <a:solidFill>
              <a:srgbClr val="FF7A12"/>
            </a:solidFill>
            <a:prstDash val="solid"/>
          </a:ln>
        </p:spPr>
      </p:sp>
      <p:sp>
        <p:nvSpPr>
          <p:cNvPr id="6" name="矩形 5"/>
          <p:cNvSpPr>
            <a:spLocks noGrp="1"/>
          </p:cNvSpPr>
          <p:nvPr/>
        </p:nvSpPr>
        <p:spPr>
          <a:xfrm>
            <a:off x="1428750" y="1828800"/>
            <a:ext cx="5143500" cy="781050"/>
          </a:xfrm>
          <a:prstGeom prst="rect">
            <a:avLst/>
          </a:prstGeom>
          <a:noFill/>
          <a:ln w="0">
            <a:noFill/>
            <a:prstDash val="solid"/>
          </a:ln>
        </p:spPr>
        <p:txBody>
          <a:bodyPr/>
          <a:lstStyle/>
          <a:p>
            <a:pPr algn="l">
              <a:lnSpc>
                <a:spcPct val="108000"/>
              </a:lnSpc>
              <a:buNone/>
              <a:defRPr sz="2025" b="1">
                <a:solidFill>
                  <a:srgbClr val="22160F"/>
                </a:solidFill>
                <a:latin typeface="微软雅黑" panose="020B0503020204020204" charset="-122"/>
                <a:ea typeface="微软雅黑" panose="020B0503020204020204" charset="-122"/>
                <a:cs typeface="微软雅黑" panose="020B0503020204020204" charset="-122"/>
              </a:defRPr>
            </a:pPr>
            <a:r>
              <a:rPr sz="2025" b="1">
                <a:solidFill>
                  <a:srgbClr val="22160F"/>
                </a:solidFill>
                <a:latin typeface="微软雅黑" panose="020B0503020204020204" charset="-122"/>
                <a:ea typeface="微软雅黑" panose="020B0503020204020204" charset="-122"/>
                <a:cs typeface="微软雅黑" panose="020B0503020204020204" charset="-122"/>
              </a:rPr>
              <a:t>The only way to do great work is to love what you do.</a:t>
            </a:r>
            <a:endParaRPr sz="2025" b="1">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6896100" y="1828800"/>
            <a:ext cx="3714750" cy="781050"/>
          </a:xfrm>
          <a:prstGeom prst="rect">
            <a:avLst/>
          </a:prstGeom>
          <a:noFill/>
          <a:ln w="0">
            <a:noFill/>
            <a:prstDash val="solid"/>
          </a:ln>
        </p:spPr>
        <p:txBody>
          <a:bodyPr/>
          <a:lstStyle/>
          <a:p>
            <a:pPr algn="l">
              <a:lnSpc>
                <a:spcPct val="108000"/>
              </a:lnSpc>
              <a:buNone/>
              <a:defRPr sz="2025" b="0">
                <a:solidFill>
                  <a:srgbClr val="7B4B31"/>
                </a:solidFill>
                <a:latin typeface="微软雅黑" panose="020B0503020204020204" charset="-122"/>
                <a:ea typeface="微软雅黑" panose="020B0503020204020204" charset="-122"/>
                <a:cs typeface="微软雅黑" panose="020B0503020204020204" charset="-122"/>
              </a:defRPr>
            </a:pPr>
            <a:r>
              <a:rPr sz="2025" b="0">
                <a:solidFill>
                  <a:srgbClr val="7B4B31"/>
                </a:solidFill>
                <a:latin typeface="微软雅黑" panose="020B0503020204020204" charset="-122"/>
                <a:ea typeface="微软雅黑" panose="020B0503020204020204" charset="-122"/>
                <a:cs typeface="微软雅黑" panose="020B0503020204020204" charset="-122"/>
              </a:rPr>
              <a:t>成就一番伟业的唯一途径，就是热爱自己的事业。</a:t>
            </a:r>
            <a:endParaRPr sz="2025" b="0">
              <a:solidFill>
                <a:srgbClr val="7B4B31"/>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895600"/>
            <a:ext cx="10439400" cy="1066800"/>
          </a:xfrm>
          <a:prstGeom prst="roundRect">
            <a:avLst>
              <a:gd name="adj" fmla="val 12500"/>
            </a:avLst>
          </a:prstGeom>
          <a:solidFill>
            <a:srgbClr val="FFFDF8"/>
          </a:solidFill>
          <a:ln w="13335">
            <a:solidFill>
              <a:srgbClr val="FFB46C"/>
            </a:solidFill>
            <a:prstDash val="solid"/>
          </a:ln>
        </p:spPr>
      </p:sp>
      <p:sp>
        <p:nvSpPr>
          <p:cNvPr id="9" name="椭圆 8"/>
          <p:cNvSpPr>
            <a:spLocks noGrp="1"/>
          </p:cNvSpPr>
          <p:nvPr/>
        </p:nvSpPr>
        <p:spPr>
          <a:xfrm>
            <a:off x="1181100" y="3162300"/>
            <a:ext cx="76200" cy="76200"/>
          </a:xfrm>
          <a:prstGeom prst="ellipse">
            <a:avLst/>
          </a:prstGeom>
          <a:solidFill>
            <a:srgbClr val="FF7A12"/>
          </a:solidFill>
          <a:ln w="0">
            <a:solidFill>
              <a:srgbClr val="FF7A12"/>
            </a:solidFill>
            <a:prstDash val="solid"/>
          </a:ln>
        </p:spPr>
      </p:sp>
      <p:sp>
        <p:nvSpPr>
          <p:cNvPr id="10" name="矩形 9"/>
          <p:cNvSpPr>
            <a:spLocks noGrp="1"/>
          </p:cNvSpPr>
          <p:nvPr/>
        </p:nvSpPr>
        <p:spPr>
          <a:xfrm>
            <a:off x="1428750" y="3067050"/>
            <a:ext cx="5143500" cy="781050"/>
          </a:xfrm>
          <a:prstGeom prst="rect">
            <a:avLst/>
          </a:prstGeom>
          <a:noFill/>
          <a:ln w="0">
            <a:noFill/>
            <a:prstDash val="solid"/>
          </a:ln>
        </p:spPr>
        <p:txBody>
          <a:bodyPr/>
          <a:lstStyle/>
          <a:p>
            <a:pPr algn="l">
              <a:lnSpc>
                <a:spcPct val="108000"/>
              </a:lnSpc>
              <a:buNone/>
              <a:defRPr sz="2025" b="1">
                <a:solidFill>
                  <a:srgbClr val="22160F"/>
                </a:solidFill>
                <a:latin typeface="微软雅黑" panose="020B0503020204020204" charset="-122"/>
                <a:ea typeface="微软雅黑" panose="020B0503020204020204" charset="-122"/>
                <a:cs typeface="微软雅黑" panose="020B0503020204020204" charset="-122"/>
              </a:defRPr>
            </a:pPr>
            <a:r>
              <a:rPr sz="2025" b="1">
                <a:solidFill>
                  <a:srgbClr val="22160F"/>
                </a:solidFill>
                <a:latin typeface="微软雅黑" panose="020B0503020204020204" charset="-122"/>
                <a:ea typeface="微软雅黑" panose="020B0503020204020204" charset="-122"/>
                <a:cs typeface="微软雅黑" panose="020B0503020204020204" charset="-122"/>
              </a:rPr>
              <a:t>You have to believe in yourself. That's the secret of success.</a:t>
            </a:r>
            <a:endParaRPr sz="2025" b="1">
              <a:solidFill>
                <a:srgbClr val="22160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6896100" y="3067050"/>
            <a:ext cx="3714750" cy="781050"/>
          </a:xfrm>
          <a:prstGeom prst="rect">
            <a:avLst/>
          </a:prstGeom>
          <a:noFill/>
          <a:ln w="0">
            <a:noFill/>
            <a:prstDash val="solid"/>
          </a:ln>
        </p:spPr>
        <p:txBody>
          <a:bodyPr/>
          <a:lstStyle/>
          <a:p>
            <a:pPr algn="l">
              <a:lnSpc>
                <a:spcPct val="108000"/>
              </a:lnSpc>
              <a:buNone/>
              <a:defRPr sz="2025" b="0">
                <a:solidFill>
                  <a:srgbClr val="7B4B31"/>
                </a:solidFill>
                <a:latin typeface="微软雅黑" panose="020B0503020204020204" charset="-122"/>
                <a:ea typeface="微软雅黑" panose="020B0503020204020204" charset="-122"/>
                <a:cs typeface="微软雅黑" panose="020B0503020204020204" charset="-122"/>
              </a:defRPr>
            </a:pPr>
            <a:r>
              <a:rPr sz="2025" b="0">
                <a:solidFill>
                  <a:srgbClr val="7B4B31"/>
                </a:solidFill>
                <a:latin typeface="微软雅黑" panose="020B0503020204020204" charset="-122"/>
                <a:ea typeface="微软雅黑" panose="020B0503020204020204" charset="-122"/>
                <a:cs typeface="微软雅黑" panose="020B0503020204020204" charset="-122"/>
              </a:rPr>
              <a:t>你必须相信自己，这是成功的秘诀。</a:t>
            </a:r>
            <a:endParaRPr sz="2025" b="0">
              <a:solidFill>
                <a:srgbClr val="7B4B3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图片 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810500" cy="704850"/>
          </a:xfrm>
          <a:prstGeom prst="rect">
            <a:avLst/>
          </a:prstGeom>
          <a:solidFill>
            <a:srgbClr val="F4F2EF"/>
          </a:solidFill>
          <a:ln w="0">
            <a:noFill/>
            <a:prstDash val="solid"/>
          </a:ln>
        </p:spPr>
      </p:sp>
      <p:sp>
        <p:nvSpPr>
          <p:cNvPr id="3" name="矩形 2"/>
          <p:cNvSpPr>
            <a:spLocks noGrp="1"/>
          </p:cNvSpPr>
          <p:nvPr/>
        </p:nvSpPr>
        <p:spPr>
          <a:xfrm>
            <a:off x="819150" y="628650"/>
            <a:ext cx="7486650" cy="552450"/>
          </a:xfrm>
          <a:prstGeom prst="rect">
            <a:avLst/>
          </a:prstGeom>
          <a:noFill/>
          <a:ln w="0">
            <a:noFill/>
            <a:prstDash val="solid"/>
          </a:ln>
        </p:spPr>
        <p:txBody>
          <a:bodyPr/>
          <a:lstStyle/>
          <a:p>
            <a:pPr algn="l">
              <a:lnSpc>
                <a:spcPct val="100000"/>
              </a:lnSpc>
              <a:buNone/>
              <a:defRPr sz="2775" b="1">
                <a:solidFill>
                  <a:srgbClr val="0F0A06"/>
                </a:solidFill>
                <a:latin typeface="微软雅黑" panose="020B0503020204020204" charset="-122"/>
                <a:ea typeface="微软雅黑" panose="020B0503020204020204" charset="-122"/>
                <a:cs typeface="微软雅黑" panose="020B0503020204020204" charset="-122"/>
              </a:defRPr>
            </a:pPr>
            <a:r>
              <a:rPr sz="2775" b="1">
                <a:solidFill>
                  <a:srgbClr val="0F0A06"/>
                </a:solidFill>
                <a:latin typeface="微软雅黑" panose="020B0503020204020204" charset="-122"/>
                <a:ea typeface="微软雅黑" panose="020B0503020204020204" charset="-122"/>
                <a:cs typeface="微软雅黑" panose="020B0503020204020204" charset="-122"/>
              </a:rPr>
              <a:t>六、中考对标范文（贴合单元内容）</a:t>
            </a:r>
            <a:endParaRPr sz="2775" b="1">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38200" y="1466850"/>
            <a:ext cx="10477500" cy="4457700"/>
          </a:xfrm>
          <a:prstGeom prst="roundRect">
            <a:avLst>
              <a:gd name="adj" fmla="val 2991"/>
            </a:avLst>
          </a:prstGeom>
          <a:solidFill>
            <a:srgbClr val="FFFDF8"/>
          </a:solidFill>
          <a:ln w="13335">
            <a:solidFill>
              <a:srgbClr val="FFB46C"/>
            </a:solidFill>
            <a:prstDash val="solid"/>
          </a:ln>
        </p:spPr>
      </p:sp>
      <p:sp>
        <p:nvSpPr>
          <p:cNvPr id="5" name="矩形 4"/>
          <p:cNvSpPr>
            <a:spLocks noGrp="1"/>
          </p:cNvSpPr>
          <p:nvPr/>
        </p:nvSpPr>
        <p:spPr>
          <a:xfrm>
            <a:off x="1352550" y="1790700"/>
            <a:ext cx="9144000" cy="323850"/>
          </a:xfrm>
          <a:prstGeom prst="rect">
            <a:avLst/>
          </a:prstGeom>
          <a:noFill/>
          <a:ln w="0">
            <a:noFill/>
            <a:prstDash val="solid"/>
          </a:ln>
        </p:spPr>
        <p:txBody>
          <a:bodyPr/>
          <a:lstStyle/>
          <a:p>
            <a:pPr algn="l">
              <a:lnSpc>
                <a:spcPct val="108000"/>
              </a:lnSpc>
              <a:buNone/>
              <a:defRPr sz="2325" b="1">
                <a:solidFill>
                  <a:srgbClr val="C84F00"/>
                </a:solidFill>
                <a:latin typeface="微软雅黑" panose="020B0503020204020204" charset="-122"/>
                <a:ea typeface="微软雅黑" panose="020B0503020204020204" charset="-122"/>
                <a:cs typeface="微软雅黑" panose="020B0503020204020204" charset="-122"/>
              </a:defRPr>
            </a:pPr>
            <a:r>
              <a:rPr sz="2325" b="1">
                <a:solidFill>
                  <a:srgbClr val="C84F00"/>
                </a:solidFill>
                <a:latin typeface="微软雅黑" panose="020B0503020204020204" charset="-122"/>
                <a:ea typeface="微软雅黑" panose="020B0503020204020204" charset="-122"/>
                <a:cs typeface="微软雅黑" panose="020B0503020204020204" charset="-122"/>
              </a:rPr>
              <a:t>The Person I Admire Most</a:t>
            </a:r>
            <a:endParaRPr sz="2325" b="1">
              <a:solidFill>
                <a:srgbClr val="C84F00"/>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1352550" y="2286000"/>
            <a:ext cx="9391650" cy="3276600"/>
          </a:xfrm>
          <a:prstGeom prst="rect">
            <a:avLst/>
          </a:prstGeom>
          <a:noFill/>
          <a:ln w="0">
            <a:noFill/>
            <a:prstDash val="solid"/>
          </a:ln>
        </p:spPr>
        <p:txBody>
          <a:bodyPr/>
          <a:lstStyle/>
          <a:p>
            <a:pPr algn="l">
              <a:lnSpc>
                <a:spcPct val="106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lang="en-US" sz="2025" b="0">
                <a:solidFill>
                  <a:srgbClr val="22160F"/>
                </a:solidFill>
                <a:latin typeface="微软雅黑" panose="020B0503020204020204" charset="-122"/>
                <a:ea typeface="微软雅黑" panose="020B0503020204020204" charset="-122"/>
                <a:cs typeface="微软雅黑" panose="020B0503020204020204" charset="-122"/>
              </a:rPr>
              <a:t>      </a:t>
            </a:r>
            <a:r>
              <a:rPr sz="2025" b="0">
                <a:solidFill>
                  <a:srgbClr val="22160F"/>
                </a:solidFill>
                <a:latin typeface="微软雅黑" panose="020B0503020204020204" charset="-122"/>
                <a:ea typeface="微软雅黑" panose="020B0503020204020204" charset="-122"/>
                <a:cs typeface="微软雅黑" panose="020B0503020204020204" charset="-122"/>
              </a:rPr>
              <a:t>The person I admire most is Yuan Longping. He is a great scientist in China.</a:t>
            </a:r>
            <a:endParaRPr sz="2025" b="0">
              <a:solidFill>
                <a:srgbClr val="22160F"/>
              </a:solidFill>
              <a:latin typeface="微软雅黑" panose="020B0503020204020204" charset="-122"/>
              <a:ea typeface="微软雅黑" panose="020B0503020204020204" charset="-122"/>
              <a:cs typeface="微软雅黑" panose="020B0503020204020204" charset="-122"/>
            </a:endParaRPr>
          </a:p>
          <a:p>
            <a:endParaRPr sz="2025"/>
          </a:p>
          <a:p>
            <a:pPr algn="l">
              <a:lnSpc>
                <a:spcPct val="106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lang="en-US" sz="2025" b="0">
                <a:solidFill>
                  <a:srgbClr val="22160F"/>
                </a:solidFill>
                <a:latin typeface="微软雅黑" panose="020B0503020204020204" charset="-122"/>
                <a:ea typeface="微软雅黑" panose="020B0503020204020204" charset="-122"/>
                <a:cs typeface="微软雅黑" panose="020B0503020204020204" charset="-122"/>
              </a:rPr>
              <a:t>      </a:t>
            </a:r>
            <a:r>
              <a:rPr sz="2025" b="0">
                <a:solidFill>
                  <a:srgbClr val="22160F"/>
                </a:solidFill>
                <a:latin typeface="微软雅黑" panose="020B0503020204020204" charset="-122"/>
                <a:ea typeface="微软雅黑" panose="020B0503020204020204" charset="-122"/>
                <a:cs typeface="微软雅黑" panose="020B0503020204020204" charset="-122"/>
              </a:rPr>
              <a:t>He dedicated his whole life to researching hybrid rice. It was great of him to develop a new kind of rice and help reduce hunger around the world. He is hard-working and selfless, and he never gave up when he met difficulties.</a:t>
            </a:r>
            <a:endParaRPr sz="2025" b="0">
              <a:solidFill>
                <a:srgbClr val="22160F"/>
              </a:solidFill>
              <a:latin typeface="微软雅黑" panose="020B0503020204020204" charset="-122"/>
              <a:ea typeface="微软雅黑" panose="020B0503020204020204" charset="-122"/>
              <a:cs typeface="微软雅黑" panose="020B0503020204020204" charset="-122"/>
            </a:endParaRPr>
          </a:p>
          <a:p>
            <a:endParaRPr sz="2025"/>
          </a:p>
          <a:p>
            <a:pPr algn="l">
              <a:lnSpc>
                <a:spcPct val="106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lang="en-US" sz="2025" b="0">
                <a:solidFill>
                  <a:srgbClr val="22160F"/>
                </a:solidFill>
                <a:latin typeface="微软雅黑" panose="020B0503020204020204" charset="-122"/>
                <a:ea typeface="微软雅黑" panose="020B0503020204020204" charset="-122"/>
                <a:cs typeface="微软雅黑" panose="020B0503020204020204" charset="-122"/>
              </a:rPr>
              <a:t>      </a:t>
            </a:r>
            <a:r>
              <a:rPr sz="2025" b="0">
                <a:solidFill>
                  <a:srgbClr val="22160F"/>
                </a:solidFill>
                <a:latin typeface="微软雅黑" panose="020B0503020204020204" charset="-122"/>
                <a:ea typeface="微软雅黑" panose="020B0503020204020204" charset="-122"/>
                <a:cs typeface="微软雅黑" panose="020B0503020204020204" charset="-122"/>
              </a:rPr>
              <a:t>I look up to him very much. His spirit always inspires me to study hard and never give up.</a:t>
            </a:r>
            <a:endParaRPr sz="2025" b="0">
              <a:solidFill>
                <a:srgbClr val="22160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图片 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810500" cy="704850"/>
          </a:xfrm>
          <a:prstGeom prst="rect">
            <a:avLst/>
          </a:prstGeom>
          <a:solidFill>
            <a:srgbClr val="F4F2EF"/>
          </a:solidFill>
          <a:ln w="0">
            <a:noFill/>
            <a:prstDash val="solid"/>
          </a:ln>
        </p:spPr>
      </p:sp>
      <p:sp>
        <p:nvSpPr>
          <p:cNvPr id="3" name="矩形 2"/>
          <p:cNvSpPr>
            <a:spLocks noGrp="1"/>
          </p:cNvSpPr>
          <p:nvPr/>
        </p:nvSpPr>
        <p:spPr>
          <a:xfrm>
            <a:off x="819150" y="628650"/>
            <a:ext cx="7486650" cy="552450"/>
          </a:xfrm>
          <a:prstGeom prst="rect">
            <a:avLst/>
          </a:prstGeom>
          <a:noFill/>
          <a:ln w="0">
            <a:noFill/>
            <a:prstDash val="solid"/>
          </a:ln>
        </p:spPr>
        <p:txBody>
          <a:bodyPr/>
          <a:lstStyle/>
          <a:p>
            <a:pPr algn="l">
              <a:lnSpc>
                <a:spcPct val="100000"/>
              </a:lnSpc>
              <a:buNone/>
              <a:defRPr sz="2775" b="1">
                <a:solidFill>
                  <a:srgbClr val="0F0A06"/>
                </a:solidFill>
                <a:latin typeface="微软雅黑" panose="020B0503020204020204" charset="-122"/>
                <a:ea typeface="微软雅黑" panose="020B0503020204020204" charset="-122"/>
                <a:cs typeface="微软雅黑" panose="020B0503020204020204" charset="-122"/>
              </a:defRPr>
            </a:pPr>
            <a:r>
              <a:rPr sz="2775" b="1">
                <a:solidFill>
                  <a:srgbClr val="0F0A06"/>
                </a:solidFill>
                <a:latin typeface="微软雅黑" panose="020B0503020204020204" charset="-122"/>
                <a:ea typeface="微软雅黑" panose="020B0503020204020204" charset="-122"/>
                <a:cs typeface="微软雅黑" panose="020B0503020204020204" charset="-122"/>
              </a:rPr>
              <a:t>六、中考对标范文（贴合单元内容）</a:t>
            </a:r>
            <a:endParaRPr sz="2775" b="1">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38200" y="1466850"/>
            <a:ext cx="10477500" cy="4457700"/>
          </a:xfrm>
          <a:prstGeom prst="roundRect">
            <a:avLst>
              <a:gd name="adj" fmla="val 2991"/>
            </a:avLst>
          </a:prstGeom>
          <a:solidFill>
            <a:srgbClr val="FFFDF8"/>
          </a:solidFill>
          <a:ln w="13335">
            <a:solidFill>
              <a:srgbClr val="FFB46C"/>
            </a:solidFill>
            <a:prstDash val="solid"/>
          </a:ln>
        </p:spPr>
      </p:sp>
      <p:sp>
        <p:nvSpPr>
          <p:cNvPr id="5" name="矩形 4"/>
          <p:cNvSpPr>
            <a:spLocks noGrp="1"/>
          </p:cNvSpPr>
          <p:nvPr/>
        </p:nvSpPr>
        <p:spPr>
          <a:xfrm>
            <a:off x="1352550" y="1790700"/>
            <a:ext cx="9144000" cy="323850"/>
          </a:xfrm>
          <a:prstGeom prst="rect">
            <a:avLst/>
          </a:prstGeom>
          <a:noFill/>
          <a:ln w="0">
            <a:noFill/>
            <a:prstDash val="solid"/>
          </a:ln>
        </p:spPr>
        <p:txBody>
          <a:bodyPr/>
          <a:lstStyle/>
          <a:p>
            <a:pPr algn="l">
              <a:lnSpc>
                <a:spcPct val="108000"/>
              </a:lnSpc>
              <a:buNone/>
              <a:defRPr sz="2325" b="1">
                <a:solidFill>
                  <a:srgbClr val="C84F00"/>
                </a:solidFill>
                <a:latin typeface="微软雅黑" panose="020B0503020204020204" charset="-122"/>
                <a:ea typeface="微软雅黑" panose="020B0503020204020204" charset="-122"/>
                <a:cs typeface="微软雅黑" panose="020B0503020204020204" charset="-122"/>
              </a:defRPr>
            </a:pPr>
            <a:r>
              <a:rPr sz="2325" b="1">
                <a:solidFill>
                  <a:srgbClr val="C84F00"/>
                </a:solidFill>
                <a:latin typeface="微软雅黑" panose="020B0503020204020204" charset="-122"/>
                <a:ea typeface="微软雅黑" panose="020B0503020204020204" charset="-122"/>
                <a:cs typeface="微软雅黑" panose="020B0503020204020204" charset="-122"/>
              </a:rPr>
              <a:t>The Most Inspiring Person in My Heart</a:t>
            </a:r>
            <a:endParaRPr sz="2325" b="1">
              <a:solidFill>
                <a:srgbClr val="C84F00"/>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1352550" y="2286000"/>
            <a:ext cx="9391650" cy="3276600"/>
          </a:xfrm>
          <a:prstGeom prst="rect">
            <a:avLst/>
          </a:prstGeom>
          <a:noFill/>
          <a:ln w="0">
            <a:noFill/>
            <a:prstDash val="solid"/>
          </a:ln>
        </p:spPr>
        <p:txBody>
          <a:bodyPr/>
          <a:lstStyle/>
          <a:p>
            <a:pPr algn="l">
              <a:lnSpc>
                <a:spcPct val="106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lang="en-US" sz="2025" b="0">
                <a:solidFill>
                  <a:srgbClr val="22160F"/>
                </a:solidFill>
                <a:latin typeface="微软雅黑" panose="020B0503020204020204" charset="-122"/>
                <a:ea typeface="微软雅黑" panose="020B0503020204020204" charset="-122"/>
                <a:cs typeface="微软雅黑" panose="020B0503020204020204" charset="-122"/>
              </a:rPr>
              <a:t>      </a:t>
            </a:r>
            <a:r>
              <a:rPr sz="2025" b="0">
                <a:solidFill>
                  <a:srgbClr val="22160F"/>
                </a:solidFill>
                <a:latin typeface="微软雅黑" panose="020B0503020204020204" charset="-122"/>
                <a:ea typeface="微软雅黑" panose="020B0503020204020204" charset="-122"/>
                <a:cs typeface="微软雅黑" panose="020B0503020204020204" charset="-122"/>
              </a:rPr>
              <a:t>Among all the inspiring people I know, the one I admire most is Tu Youyou, a great medical researcher in China.</a:t>
            </a:r>
            <a:endParaRPr sz="2025" b="0">
              <a:solidFill>
                <a:srgbClr val="22160F"/>
              </a:solidFill>
              <a:latin typeface="微软雅黑" panose="020B0503020204020204" charset="-122"/>
              <a:ea typeface="微软雅黑" panose="020B0503020204020204" charset="-122"/>
              <a:cs typeface="微软雅黑" panose="020B0503020204020204" charset="-122"/>
            </a:endParaRPr>
          </a:p>
          <a:p>
            <a:endParaRPr sz="2025"/>
          </a:p>
          <a:p>
            <a:pPr algn="l">
              <a:lnSpc>
                <a:spcPct val="106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lang="en-US" sz="2025" b="0">
                <a:solidFill>
                  <a:srgbClr val="22160F"/>
                </a:solidFill>
                <a:latin typeface="微软雅黑" panose="020B0503020204020204" charset="-122"/>
                <a:ea typeface="微软雅黑" panose="020B0503020204020204" charset="-122"/>
                <a:cs typeface="微软雅黑" panose="020B0503020204020204" charset="-122"/>
              </a:rPr>
              <a:t>      </a:t>
            </a:r>
            <a:r>
              <a:rPr sz="2025" b="0">
                <a:solidFill>
                  <a:srgbClr val="22160F"/>
                </a:solidFill>
                <a:latin typeface="微软雅黑" panose="020B0503020204020204" charset="-122"/>
                <a:ea typeface="微软雅黑" panose="020B0503020204020204" charset="-122"/>
                <a:cs typeface="微软雅黑" panose="020B0503020204020204" charset="-122"/>
              </a:rPr>
              <a:t>In the past, Tu Youyou and her team did a lot of research to fight against malaria. It was amazing of her to do research in medicine even though she didn't receive a formal education at first. Though she met countless difficulties in her research, she never gave up. Finally, she discovered artemisinin to treat malaria, which saved millions of lives around the world, and she won the Nobel Prize in 2015.</a:t>
            </a:r>
            <a:endParaRPr sz="2025" b="0">
              <a:solidFill>
                <a:srgbClr val="22160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图片 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810500" cy="704850"/>
          </a:xfrm>
          <a:prstGeom prst="rect">
            <a:avLst/>
          </a:prstGeom>
          <a:solidFill>
            <a:srgbClr val="F4F2EF"/>
          </a:solidFill>
          <a:ln w="0">
            <a:noFill/>
            <a:prstDash val="solid"/>
          </a:ln>
        </p:spPr>
      </p:sp>
      <p:sp>
        <p:nvSpPr>
          <p:cNvPr id="3" name="矩形 2"/>
          <p:cNvSpPr>
            <a:spLocks noGrp="1"/>
          </p:cNvSpPr>
          <p:nvPr/>
        </p:nvSpPr>
        <p:spPr>
          <a:xfrm>
            <a:off x="819150" y="628650"/>
            <a:ext cx="7486650" cy="552450"/>
          </a:xfrm>
          <a:prstGeom prst="rect">
            <a:avLst/>
          </a:prstGeom>
          <a:noFill/>
          <a:ln w="0">
            <a:noFill/>
            <a:prstDash val="solid"/>
          </a:ln>
        </p:spPr>
        <p:txBody>
          <a:bodyPr/>
          <a:lstStyle/>
          <a:p>
            <a:pPr algn="l">
              <a:lnSpc>
                <a:spcPct val="100000"/>
              </a:lnSpc>
              <a:buNone/>
              <a:defRPr sz="2775" b="1">
                <a:solidFill>
                  <a:srgbClr val="0F0A06"/>
                </a:solidFill>
                <a:latin typeface="微软雅黑" panose="020B0503020204020204" charset="-122"/>
                <a:ea typeface="微软雅黑" panose="020B0503020204020204" charset="-122"/>
                <a:cs typeface="微软雅黑" panose="020B0503020204020204" charset="-122"/>
              </a:defRPr>
            </a:pPr>
            <a:r>
              <a:rPr sz="2775" b="1">
                <a:solidFill>
                  <a:srgbClr val="0F0A06"/>
                </a:solidFill>
                <a:latin typeface="微软雅黑" panose="020B0503020204020204" charset="-122"/>
                <a:ea typeface="微软雅黑" panose="020B0503020204020204" charset="-122"/>
                <a:cs typeface="微软雅黑" panose="020B0503020204020204" charset="-122"/>
              </a:rPr>
              <a:t>六、中考对标范文（贴合单元内容）</a:t>
            </a:r>
            <a:endParaRPr sz="2775" b="1">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38200" y="1466850"/>
            <a:ext cx="10477500" cy="4457700"/>
          </a:xfrm>
          <a:prstGeom prst="roundRect">
            <a:avLst>
              <a:gd name="adj" fmla="val 2991"/>
            </a:avLst>
          </a:prstGeom>
          <a:solidFill>
            <a:srgbClr val="FFFDF8"/>
          </a:solidFill>
          <a:ln w="13335">
            <a:solidFill>
              <a:srgbClr val="FFB46C"/>
            </a:solidFill>
            <a:prstDash val="solid"/>
          </a:ln>
        </p:spPr>
      </p:sp>
      <p:sp>
        <p:nvSpPr>
          <p:cNvPr id="5" name="矩形 4"/>
          <p:cNvSpPr>
            <a:spLocks noGrp="1"/>
          </p:cNvSpPr>
          <p:nvPr/>
        </p:nvSpPr>
        <p:spPr>
          <a:xfrm>
            <a:off x="1352550" y="1790700"/>
            <a:ext cx="9144000" cy="323850"/>
          </a:xfrm>
          <a:prstGeom prst="rect">
            <a:avLst/>
          </a:prstGeom>
          <a:noFill/>
          <a:ln w="0">
            <a:noFill/>
            <a:prstDash val="solid"/>
          </a:ln>
        </p:spPr>
        <p:txBody>
          <a:bodyPr/>
          <a:lstStyle/>
          <a:p>
            <a:pPr algn="l">
              <a:lnSpc>
                <a:spcPct val="108000"/>
              </a:lnSpc>
              <a:buNone/>
              <a:defRPr sz="2325" b="1">
                <a:solidFill>
                  <a:srgbClr val="C84F00"/>
                </a:solidFill>
                <a:latin typeface="微软雅黑" panose="020B0503020204020204" charset="-122"/>
                <a:ea typeface="微软雅黑" panose="020B0503020204020204" charset="-122"/>
                <a:cs typeface="微软雅黑" panose="020B0503020204020204" charset="-122"/>
              </a:defRPr>
            </a:pPr>
            <a:r>
              <a:rPr sz="2325" b="1">
                <a:solidFill>
                  <a:srgbClr val="C84F00"/>
                </a:solidFill>
                <a:latin typeface="微软雅黑" panose="020B0503020204020204" charset="-122"/>
                <a:ea typeface="微软雅黑" panose="020B0503020204020204" charset="-122"/>
                <a:cs typeface="微软雅黑" panose="020B0503020204020204" charset="-122"/>
              </a:rPr>
              <a:t>The Most Inspiring Person in My Heart</a:t>
            </a:r>
            <a:endParaRPr sz="2325" b="1">
              <a:solidFill>
                <a:srgbClr val="C84F00"/>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1352550" y="2286000"/>
            <a:ext cx="9391650" cy="3276600"/>
          </a:xfrm>
          <a:prstGeom prst="rect">
            <a:avLst/>
          </a:prstGeom>
          <a:noFill/>
          <a:ln w="0">
            <a:noFill/>
            <a:prstDash val="solid"/>
          </a:ln>
        </p:spPr>
        <p:txBody>
          <a:bodyPr/>
          <a:lstStyle/>
          <a:p>
            <a:pPr algn="l">
              <a:lnSpc>
                <a:spcPct val="106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lang="en-US" sz="2025" b="0">
                <a:solidFill>
                  <a:srgbClr val="22160F"/>
                </a:solidFill>
                <a:latin typeface="微软雅黑" panose="020B0503020204020204" charset="-122"/>
                <a:ea typeface="微软雅黑" panose="020B0503020204020204" charset="-122"/>
                <a:cs typeface="微软雅黑" panose="020B0503020204020204" charset="-122"/>
              </a:rPr>
              <a:t>      </a:t>
            </a:r>
            <a:r>
              <a:rPr sz="2025" b="0">
                <a:solidFill>
                  <a:srgbClr val="22160F"/>
                </a:solidFill>
                <a:latin typeface="微软雅黑" panose="020B0503020204020204" charset="-122"/>
                <a:ea typeface="微软雅黑" panose="020B0503020204020204" charset="-122"/>
                <a:cs typeface="微软雅黑" panose="020B0503020204020204" charset="-122"/>
              </a:rPr>
              <a:t>Tu Youyou is not only a great scientist, but also a brave and determined pioneer. She sets a good example for me. Her spirit of never giving up always inspires me to face difficulties bravely in my study and life. I believe that as long as I keep trying, I can also achieve my dreams.</a:t>
            </a:r>
            <a:endParaRPr sz="2025" b="0">
              <a:solidFill>
                <a:srgbClr val="22160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5979</Words>
  <Application>WPS 演示</Application>
  <PresentationFormat>Converted Presentation</PresentationFormat>
  <Paragraphs>330</Paragraphs>
  <Slides>34</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34</vt:i4>
      </vt:variant>
    </vt:vector>
  </HeadingPairs>
  <TitlesOfParts>
    <vt:vector size="41" baseType="lpstr">
      <vt:lpstr>Arial</vt:lpstr>
      <vt:lpstr>宋体</vt:lpstr>
      <vt:lpstr>Wingdings</vt:lpstr>
      <vt:lpstr>微软雅黑</vt:lpstr>
      <vt:lpstr>Arial Unicode MS</vt: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English Courseware PPT</dc:creator>
  <cp:lastModifiedBy>English Courseware PPT</cp:lastModifiedBy>
  <cp:revision>2</cp:revision>
  <dcterms:created xsi:type="dcterms:W3CDTF">2026-06-22T13:00:00Z</dcterms:created>
  <dcterms:modified xsi:type="dcterms:W3CDTF">2026-06-22T13:08:17Z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3ED4598269B14C36B659B709741A3BED_12</vt:lpwstr>
  </property>
  <property fmtid="{D5CDD505-2E9C-101B-9397-08002B2CF9AE}" pid="3" name="KSOProductBuildVer">
    <vt:lpwstr>2052-12.8.2.18913</vt:lpwstr>
  </property>
</Properties>
</file>