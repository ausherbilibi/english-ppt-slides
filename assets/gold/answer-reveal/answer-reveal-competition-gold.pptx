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赛前准备 (Preparation)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1. 他深呼吸以平静紧张情绪。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1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took a deep breath to calm his nerves.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2. 她最后检查了一次装备。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2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checked her equipment one last time.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3. 人群的喧闹让他的心跳加速。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03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crowd’s noise made his heart beat faster.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赛前准备 (Preparation)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4. 比赛开始前他们握了手。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4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They shook hands before the match began.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5. “祝你好运！”队友轻声说。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5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"Good luck!" her teammate whispered.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2/20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比赛开始 (Start)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6. 起跑哨声嘹亮响起。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6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starting whistle blew loudly.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7. 所有选手同时向前冲去。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7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All runners rushed forward at once.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8. 她只专注于前方的跑道。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08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focused only on the track ahead.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3/20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比赛开始 (Start)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9. 他努力跟上最快的男孩。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9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tried to keep up with the fastest boy.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10. 看台的欢呼声给她力量。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0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Cheers from the stands gave her energy.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4/20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激烈竞争 (Competition)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11. 他们并肩奔跑，互不相让。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1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They ran side by side, neither giving way.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12. 汗水流下他的脸庞，但他毫不在意。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2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Sweat ran down his face but he ignored it.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13. 双腿沉重，但她更加用力。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13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Her legs felt heavy, but she pushed harder.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5/20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激烈竞争 (Competition)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14. “传球！”他向朋友喊道。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4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"Pass the ball!" he shouted to his friend.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15. 她看到机会突然加速。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5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saw a chance and sped up suddenly.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6/20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危机时刻 (Crisis)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16. 他绊了一下差点摔倒。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6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tripped and almost fell.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17. 球从她手中滑脱。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7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ball slipped from her hands.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18. 最后一分钟他们落后两分。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18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C7371F"/>
                </a:solidFill>
              </a:defRPr>
            </a:pPr>
            <a:r>
              <a:rPr sz="2400" b="1">
                <a:solidFill>
                  <a:srgbClr val="C7371F"/>
                </a:solidFill>
              </a:rPr>
              <a:t>They were two points behind with one minute left.</a:t>
            </a:r>
            <a:endParaRPr sz="24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7/20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危机时刻 (Crisis)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19. 他急促地喘着气。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9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His breath came in short gasps.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20. 怀疑充斥脑海：“我能行吗？”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0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Doubt filled her mind: "Can I make it?"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8/20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逆转瞬间 (Turning Point)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21. 凝聚最后力气，他猛冲向前。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1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C7371F"/>
                </a:solidFill>
              </a:defRPr>
            </a:pPr>
            <a:r>
              <a:rPr sz="2400" b="1">
                <a:solidFill>
                  <a:srgbClr val="C7371F"/>
                </a:solidFill>
              </a:rPr>
              <a:t>Summoning his last strength, he dashed forward.</a:t>
            </a:r>
            <a:endParaRPr sz="24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22. 她接住球仔细瞄准。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2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caught the ball and aimed carefully.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23. 一股爆发力连他自己都惊讶。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23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A burst of energy surprised even himself.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9/20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逆转瞬间 (Turning Point)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24. 她冲线时人群沸腾了。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4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crowd roared as she crossed the line.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25. 最后一跃，他够到了篮筐。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5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With a final jump, he reached the basket.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10/20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团队合作 (Teamwork)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26. 队长大喊：“我们一起能行！”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6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"We can do this together!" the captain yelled.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27. 他们在快速传球。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7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They passed the ball quickly between them.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28. 他摔倒时队友拉起了他。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28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A teammate pulled him up when he fell.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11/20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团队合作 (Teamwork)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29. 他们的配合迷惑了对手。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9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Their cooperation confused the opponents.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30. 相视一笑显露渐增的信心。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0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Shared smiles showed their growing confidence.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12/20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比赛结果 (Result)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31. 最终比分3比2，他们获胜。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1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final score was 3-2 in their favor.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32. 她瘫倒在终点线，疲惫却快乐。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2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C7371F"/>
                </a:solidFill>
              </a:defRPr>
            </a:pPr>
            <a:r>
              <a:rPr sz="2250" b="1">
                <a:solidFill>
                  <a:srgbClr val="C7371F"/>
                </a:solidFill>
              </a:rPr>
              <a:t>She collapsed at the finish line, exhausted but happy.</a:t>
            </a:r>
            <a:endParaRPr sz="22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33. 喜悦的泪水滑落他的脸庞。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33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Tears of joy streamed down his face.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13/20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比赛结果 (Result)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34. 他们互相拥抱庆祝。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4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They hugged each other in celebration.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35. 接受失败时一片沉默。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5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Silence fell as they accepted their loss.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14/20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赛后反应 (Reaction)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36. 教练拍肩说：“干得好！”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6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"Well done!" the coach patted his shoulder.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37. 对手微笑：“很棒的比赛！”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7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opponent smiled and said, "Great game!"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38. 父母在看台上自豪挥手。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38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Her parents waved proudly from the stands.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15/20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赛后反应 (Reaction)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39. 他尊敬地与对手握手。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9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shook his rival’s hand respectfully.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40. 胜利比想象中更美妙。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0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Winning felt even better than she imagined.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16/20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成长感悟 (Growth)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41. 这场比赛教会她永不放弃。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1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This race taught her never to give up.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42. 失败未让他气馁，反激励了他。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2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C7371F"/>
                </a:solidFill>
              </a:defRPr>
            </a:pPr>
            <a:r>
              <a:rPr sz="2400" b="1">
                <a:solidFill>
                  <a:srgbClr val="C7371F"/>
                </a:solidFill>
              </a:rPr>
              <a:t>Losing didn’t discourage him; it motivated him.</a:t>
            </a:r>
            <a:endParaRPr sz="24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43. 他意识到努力终有回报。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43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realized hard work really pays off.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17/20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成长感悟 (Growth)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44. 团队精神比奖杯更重要。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4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Team spirit mattered more than the trophy.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45. 她感到前所未有的勇敢。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5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felt braver than ever before.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18/20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细节描写 (Details)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46. 阳光在金牌上闪烁。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6"/>
          <p:cNvSpPr>
            <a:spLocks noGrp="1"/>
          </p:cNvSpPr>
          <p:nvPr/>
        </p:nvSpPr>
        <p:spPr>
          <a:xfrm>
            <a:off x="2171700" y="21431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Sunlight glinted off the gold medal.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47. 雨后污泥覆满他们的鞋。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7"/>
          <p:cNvSpPr>
            <a:spLocks noGrp="1"/>
          </p:cNvSpPr>
          <p:nvPr/>
        </p:nvSpPr>
        <p:spPr>
          <a:xfrm>
            <a:off x="2171700" y="36099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Mud covered their shoes after the rain.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48. 跑步时她的发带松了。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48"/>
          <p:cNvSpPr>
            <a:spLocks noGrp="1"/>
          </p:cNvSpPr>
          <p:nvPr/>
        </p:nvSpPr>
        <p:spPr>
          <a:xfrm>
            <a:off x="2171700" y="5076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Her ribbon came loose during the run.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19/20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细节描写 (Details)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49. 计分板闪烁着醒目的数字。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9"/>
          <p:cNvSpPr>
            <a:spLocks noGrp="1"/>
          </p:cNvSpPr>
          <p:nvPr/>
        </p:nvSpPr>
        <p:spPr>
          <a:xfrm>
            <a:off x="2171700" y="235267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The scoreboard flashed the bright numbers.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50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>
                <a:solidFill>
                  <a:srgbClr val="111111"/>
                </a:solidFill>
              </a:defRPr>
            </a:pPr>
            <a:r>
              <a:rPr sz="2775">
                <a:solidFill>
                  <a:srgbClr val="111111"/>
                </a:solidFill>
              </a:rPr>
              <a:t>50. 凉风吹拂他们发烫的脸颊。</a:t>
            </a:r>
            <a:endParaRPr sz="2775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0581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50"/>
          <p:cNvSpPr>
            <a:spLocks noGrp="1"/>
          </p:cNvSpPr>
          <p:nvPr/>
        </p:nvSpPr>
        <p:spPr>
          <a:xfrm>
            <a:off x="2171700" y="4314825"/>
            <a:ext cx="796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A cool breeze cooled their hot faces.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20/20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3252</Words>
  <Application>WPS 演示</Application>
  <PresentationFormat>Converted Presentation</PresentationFormat>
  <Paragraphs>380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Arial</vt:lpstr>
      <vt:lpstr>宋体</vt:lpstr>
      <vt:lpstr>Wingdings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English Courseware PPT</dc:creator>
  <cp:lastModifiedBy>English Courseware PPT</cp:lastModifiedBy>
  <cp:revision>1</cp:revision>
  <dcterms:created xsi:type="dcterms:W3CDTF">2026-06-17T07:28:24Z</dcterms:created>
  <dcterms:modified xsi:type="dcterms:W3CDTF">2026-06-17T07:28:24Z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79BA85E9CDB04492B91FE264466D8E3D_12</vt:lpwstr>
  </property>
  <property fmtid="{D5CDD505-2E9C-101B-9397-08002B2CF9AE}" pid="3" name="KSOProductBuildVer">
    <vt:lpwstr>2052-12.8.2.18913</vt:lpwstr>
  </property>
</Properties>
</file>